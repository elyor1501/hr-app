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6" saveSubsetFonts="1">
  <p:sldMasterIdLst>
    <p:sldMasterId id="2147483660" r:id="rId4"/>
  </p:sldMasterIdLst>
  <p:notesMasterIdLst>
    <p:notesMasterId r:id="rId6"/>
  </p:notesMasterIdLst>
  <p:sldIdLst>
    <p:sldId id="26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D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0" autoAdjust="0"/>
    <p:restoredTop sz="96234" autoAdjust="0"/>
  </p:normalViewPr>
  <p:slideViewPr>
    <p:cSldViewPr snapToGrid="0" showGuides="1">
      <p:cViewPr varScale="1">
        <p:scale>
          <a:sx n="111" d="100"/>
          <a:sy n="111" d="100"/>
        </p:scale>
        <p:origin x="31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F03ED-844F-476E-96B7-0A3F465F11C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F4BF6-17AC-41D9-941B-674FE95813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08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A860-C980-72D2-DEB3-729DD9A9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BFC78-8615-3469-638C-FE7B47254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3B1BA-05D9-0441-C7AE-A6E6ADC68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1691-DCBD-ADC1-C426-B3A8E378D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4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1EE57E-4C1B-4ECF-94C5-14A453751E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0000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848B10DB-7BA0-47A6-A2BF-E43FDE32532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B690FCB5-02B0-42C1-A71D-2F5ABCA25F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358223E3-2772-41EC-BDC5-F0327F14B2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0E75CE7-1268-47E9-A585-16E350CB0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BF8B8A80-FD9A-43B9-A936-A0BE1CAD80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5DA18E48-2689-422E-A84C-ECB5B61A0D2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D9316E24-7A8A-4FCF-B2C4-4EE40E3BA9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76354CE9-D577-46E8-886D-1BBB079BE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2232419E-4011-4B15-A744-7F8FCDD1F5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2F957E66-C402-4A51-A806-6052AEAFC8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096985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999" y="6365848"/>
            <a:ext cx="4464000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647FBB06-57A1-478F-8BCE-57D05265516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50000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A5D9D6B-8AE5-40BD-B06B-DB5F7F3841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6467" y="688848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73ECDC-1B26-4C3B-7BA0-FFA57878FC17}"/>
              </a:ext>
            </a:extLst>
          </p:cNvPr>
          <p:cNvGrpSpPr/>
          <p:nvPr userDrawn="1"/>
        </p:nvGrpSpPr>
        <p:grpSpPr>
          <a:xfrm>
            <a:off x="450000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7F4BFAB3-2BC3-AA4C-89EF-3A97E8A963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CD4665B-E48A-3A43-7EA4-3AE00CB684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6292BF5E-29F1-17C5-20FC-E8CA3E505A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B918F99-D623-93CC-8135-57AAEA20F5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DB604F5E-8C36-A698-96C9-524E64FF08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14B91352-DC5D-D4DA-6EF8-33B7359153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B3B22C0-7618-3E3A-CCDE-0B5BB4A97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82FE7946-A61F-3328-7E28-1D2D3CFEC3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79A28E67-0199-B29C-BB0B-01E2A5F60A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5AAB3D43-0BFA-7900-7056-466861F41C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409570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843742C-26CB-411F-8564-503092419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999" y="6365848"/>
            <a:ext cx="4464000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7C729B7-24CD-4887-BCB2-9B9E69736AA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50000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8F05BB3-C018-BA5C-F9C7-3C16D084D097}"/>
              </a:ext>
            </a:extLst>
          </p:cNvPr>
          <p:cNvGrpSpPr/>
          <p:nvPr userDrawn="1"/>
        </p:nvGrpSpPr>
        <p:grpSpPr>
          <a:xfrm>
            <a:off x="450000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D110F402-178F-F5E7-2721-4CC50CCE4C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E8381278-8B8F-4A2B-0553-8BB7D769D2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3" name="Rectangle 7">
              <a:extLst>
                <a:ext uri="{FF2B5EF4-FFF2-40B4-BE49-F238E27FC236}">
                  <a16:creationId xmlns:a16="http://schemas.microsoft.com/office/drawing/2014/main" id="{CD01A11A-57C5-2282-1BDA-D5DD716DBD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A5BD5D19-C24F-53D3-E071-4F586C08D1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5" name="Rectangle 9">
              <a:extLst>
                <a:ext uri="{FF2B5EF4-FFF2-40B4-BE49-F238E27FC236}">
                  <a16:creationId xmlns:a16="http://schemas.microsoft.com/office/drawing/2014/main" id="{A949C8BC-6E1F-9AF9-8DE7-DB1E34E46F2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6" name="Rectangle 10">
              <a:extLst>
                <a:ext uri="{FF2B5EF4-FFF2-40B4-BE49-F238E27FC236}">
                  <a16:creationId xmlns:a16="http://schemas.microsoft.com/office/drawing/2014/main" id="{B0417915-C9CE-A886-35D7-ACAFF12760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BB6AE7AA-ACF3-FE3A-C102-841EA4F1EC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AFCF6CF9-6881-6BD5-E554-8E21D1958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B253E829-FC95-FA23-2AB6-F080827401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7F37B3CB-E9EF-9AB4-1364-949E60A5E3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353237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50000" y="1728217"/>
            <a:ext cx="11304000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0000" y="3474720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1BDC0FDC-0D9A-61CF-95C8-4BC8540608B8}"/>
              </a:ext>
            </a:extLst>
          </p:cNvPr>
          <p:cNvSpPr txBox="1"/>
          <p:nvPr userDrawn="1"/>
        </p:nvSpPr>
        <p:spPr>
          <a:xfrm>
            <a:off x="6335184" y="6519673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Proposal for SAP SE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2398D06-C488-9DDB-E248-1C4BC1724227}"/>
              </a:ext>
            </a:extLst>
          </p:cNvPr>
          <p:cNvSpPr txBox="1"/>
          <p:nvPr userDrawn="1"/>
        </p:nvSpPr>
        <p:spPr>
          <a:xfrm>
            <a:off x="450000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A4DFC-A5BD-1CA7-953A-4298BCF3311A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760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Accessible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50000" y="1728217"/>
            <a:ext cx="11304000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0000" y="3474720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1BDC0FDC-0D9A-61CF-95C8-4BC8540608B8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2398D06-C488-9DDB-E248-1C4BC1724227}"/>
              </a:ext>
            </a:extLst>
          </p:cNvPr>
          <p:cNvSpPr txBox="1"/>
          <p:nvPr userDrawn="1"/>
        </p:nvSpPr>
        <p:spPr>
          <a:xfrm>
            <a:off x="450000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A4DFC-A5BD-1CA7-953A-4298BCF3311A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3182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50000" y="1728217"/>
            <a:ext cx="113040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0000" y="3474720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0B944744-9AF8-6F57-762F-A053E0C75A9F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18261861-238E-430B-0948-A0CBE15D5638}"/>
              </a:ext>
            </a:extLst>
          </p:cNvPr>
          <p:cNvSpPr txBox="1"/>
          <p:nvPr userDrawn="1"/>
        </p:nvSpPr>
        <p:spPr>
          <a:xfrm>
            <a:off x="450000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98DC-2E31-6A58-EC79-6DD0ED09A0D8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343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Accessible Blue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50000" y="1728217"/>
            <a:ext cx="113040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0000" y="3474720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93E04509-01E9-4BE4-AE15-9290E9B2F0D8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38C37415-08C8-FC74-7EF5-541DF408E704}"/>
              </a:ext>
            </a:extLst>
          </p:cNvPr>
          <p:cNvSpPr txBox="1"/>
          <p:nvPr userDrawn="1"/>
        </p:nvSpPr>
        <p:spPr>
          <a:xfrm>
            <a:off x="450000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6F94D-2DC7-60DE-BF1B-B69859E827D9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071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50000" y="1728217"/>
            <a:ext cx="11304000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0000" y="3474720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1BDC0FDC-0D9A-61CF-95C8-4BC8540608B8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2398D06-C488-9DDB-E248-1C4BC1724227}"/>
              </a:ext>
            </a:extLst>
          </p:cNvPr>
          <p:cNvSpPr txBox="1"/>
          <p:nvPr userDrawn="1"/>
        </p:nvSpPr>
        <p:spPr>
          <a:xfrm>
            <a:off x="450000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A4DFC-A5BD-1CA7-953A-4298BCF3311A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420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8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6190" y="266852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190" y="75608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4123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375699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636383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00" y="1714499"/>
            <a:ext cx="11304000" cy="464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/>
            </a:lvl1pPr>
            <a:lvl2pPr>
              <a:spcBef>
                <a:spcPts val="200"/>
              </a:spcBef>
              <a:spcAft>
                <a:spcPts val="200"/>
              </a:spcAft>
              <a:defRPr/>
            </a:lvl2pPr>
            <a:lvl3pPr>
              <a:spcBef>
                <a:spcPts val="200"/>
              </a:spcBef>
              <a:spcAft>
                <a:spcPts val="200"/>
              </a:spcAft>
              <a:defRPr/>
            </a:lvl3pPr>
            <a:lvl4pPr>
              <a:spcBef>
                <a:spcPts val="200"/>
              </a:spcBef>
              <a:spcAft>
                <a:spcPts val="200"/>
              </a:spcAft>
              <a:defRPr/>
            </a:lvl4pPr>
            <a:lvl5pPr>
              <a:spcBef>
                <a:spcPts val="200"/>
              </a:spcBef>
              <a:spcAft>
                <a:spcPts val="200"/>
              </a:spcAft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249467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50000" y="1714499"/>
            <a:ext cx="5508000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363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246000" y="1714499"/>
            <a:ext cx="5508000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363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5492154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000" y="1714499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363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27048" y="1714499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363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15963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04096" y="1714499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363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04863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000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8399729-E02F-6932-E974-B314DDB077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0522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F9C5AD4-3A41-EE0A-548D-AA53367EB4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91044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9C32B79-399A-BE50-934C-690E06DB391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61565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21482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00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56583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00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1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07900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1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04051" y="4256213"/>
            <a:ext cx="382476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1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905645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1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 userDrawn="1"/>
        </p:nvSpPr>
        <p:spPr>
          <a:xfrm>
            <a:off x="6256583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 userDrawn="1"/>
        </p:nvSpPr>
        <p:spPr>
          <a:xfrm>
            <a:off x="450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 userDrawn="1"/>
        </p:nvSpPr>
        <p:spPr>
          <a:xfrm>
            <a:off x="6256583" y="4044901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 userDrawn="1"/>
        </p:nvSpPr>
        <p:spPr>
          <a:xfrm>
            <a:off x="450000" y="4044901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7612686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 userDrawn="1"/>
        </p:nvSpPr>
        <p:spPr>
          <a:xfrm>
            <a:off x="6256583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 userDrawn="1"/>
        </p:nvSpPr>
        <p:spPr>
          <a:xfrm>
            <a:off x="450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80531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68918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9999" y="3498336"/>
            <a:ext cx="5506532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47468" y="3498336"/>
            <a:ext cx="5506532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1085866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00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34497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600" b="0"/>
            </a:lvl1pPr>
          </a:lstStyle>
          <a:p>
            <a:r>
              <a:rPr lang="en-GB" sz="675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434499" y="5995943"/>
            <a:ext cx="2319501" cy="36372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FFF62A-78AC-4176-888C-7369D55740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0000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77EF0A-6F9B-4CB4-BDFE-54901AC3BDE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CFBCB662-4DCB-4701-B5DB-617E9625AC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3AA8F7EF-0FC0-4792-B4E2-516188FAAD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7180810E-179A-4B4D-992C-DB02F3F2AA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931CFAC2-92E1-42CB-BB66-BD91AB6DB5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C92D323-CA87-4BD4-9F33-9346A18A67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D31146A3-7248-4F9C-8242-2B343E0BC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4BFA0610-A333-4B16-A20C-3ADB78A32C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D81528E3-7AAB-4FE3-96EB-0CA354538C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7C686C02-5833-4DB0-8AD3-1E143B411A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3151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A7E481A-9AB9-0AA2-1B11-17AFF70067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5421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7E481A-9AB9-0AA2-1B11-17AFF70067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6190" y="266852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190" y="75608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174960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4599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25302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seCode">
            <a:extLst>
              <a:ext uri="{FF2B5EF4-FFF2-40B4-BE49-F238E27FC236}">
                <a16:creationId xmlns:a16="http://schemas.microsoft.com/office/drawing/2014/main" id="{439CAA0B-BD7D-E961-FD1C-9131F85A54CA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F6E54051-AB2C-A07C-F684-FE42B225EAE9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8B5BD-933E-BC54-3884-620C20F639B9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00" y="1714500"/>
            <a:ext cx="11304000" cy="464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2136136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50000" y="1719072"/>
            <a:ext cx="5508000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2FAA9AE1-07D6-1DEA-5444-4C520526B959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AECCCF0B-B1BD-BCCA-2910-86017684AE3D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F1BBD-EF0D-7D04-5538-273842FEC19B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5658925-DDF7-46E8-C78B-523422DE00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5960" y="1719072"/>
            <a:ext cx="5508000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92247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000" y="1719072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4C9C6FA1-DDE1-8073-D67E-BBF06C3542A3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E0E9664F-F6E9-5088-C878-2C69B2DB5422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B6382-2CB7-7FC9-D920-10C689F2F5E2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F9D88F4-684F-232F-A6FD-C97BB72F60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20960" y="1719072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A8F207-B0E1-89F9-A4CA-497F8277F4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91920" y="1719072"/>
            <a:ext cx="3549904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950741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000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2AC6B5AE-2398-5F77-C242-BA82202FDB97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D86F00B9-162D-0F0A-AF00-68C6D5FF16DE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BAD5-40EB-51CE-ACE7-BD2DFF52BB5F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93F65-5BA3-6EB6-7B2E-F9CBCC7003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0200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58D8DE9-3D0D-14A5-FA2F-9EA571DF390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90400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5C8ED02-8D71-E016-B28E-D2BB7012E4A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60600" y="1714500"/>
            <a:ext cx="2685018" cy="464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448131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00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60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00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60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0200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0600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90200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 userDrawn="1"/>
        </p:nvSpPr>
        <p:spPr>
          <a:xfrm>
            <a:off x="6246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 userDrawn="1"/>
        </p:nvSpPr>
        <p:spPr>
          <a:xfrm>
            <a:off x="450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 userDrawn="1"/>
        </p:nvSpPr>
        <p:spPr>
          <a:xfrm>
            <a:off x="6246000" y="4044901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 userDrawn="1"/>
        </p:nvSpPr>
        <p:spPr>
          <a:xfrm>
            <a:off x="450000" y="4044901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4" name="CaseCode">
            <a:extLst>
              <a:ext uri="{FF2B5EF4-FFF2-40B4-BE49-F238E27FC236}">
                <a16:creationId xmlns:a16="http://schemas.microsoft.com/office/drawing/2014/main" id="{FDC8E98C-87C9-16F4-A3B7-C5661C38BF7F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DA3BDEDC-034E-F458-1BCE-FF50B92ED6FA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639CE-52C7-C346-7162-BAD5CAAE51C5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0600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7967744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82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FB1AB0CC-E815-A64E-13C9-1E9087A3F714}"/>
              </a:ext>
            </a:extLst>
          </p:cNvPr>
          <p:cNvSpPr txBox="1"/>
          <p:nvPr userDrawn="1"/>
        </p:nvSpPr>
        <p:spPr>
          <a:xfrm>
            <a:off x="6335184" y="6519673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49CC0FB1-FB29-62ED-E79E-91BD9EE9F124}"/>
              </a:ext>
            </a:extLst>
          </p:cNvPr>
          <p:cNvSpPr txBox="1"/>
          <p:nvPr userDrawn="1"/>
        </p:nvSpPr>
        <p:spPr>
          <a:xfrm>
            <a:off x="466344" y="6515063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2FF46-F2E3-4C53-5DB7-61C38243D4F9}"/>
              </a:ext>
            </a:extLst>
          </p:cNvPr>
          <p:cNvSpPr txBox="1"/>
          <p:nvPr userDrawn="1"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000" y="3491918"/>
            <a:ext cx="5508000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684000"/>
            <a:ext cx="11304000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 userDrawn="1"/>
        </p:nvSpPr>
        <p:spPr>
          <a:xfrm>
            <a:off x="6246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 userDrawn="1"/>
        </p:nvSpPr>
        <p:spPr>
          <a:xfrm>
            <a:off x="450000" y="1677307"/>
            <a:ext cx="5508000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7FAF8CA-26D6-3CCD-4D28-A109DD82A4FA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46000" y="3491918"/>
            <a:ext cx="5508000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+mj-lt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3pPr>
            <a:lvl4pPr marL="53975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+mn-lt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850640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0000" y="4194287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12074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600" b="0">
                <a:solidFill>
                  <a:schemeClr val="bg1"/>
                </a:solidFill>
              </a:defRPr>
            </a:lvl1pPr>
          </a:lstStyle>
          <a:p>
            <a:r>
              <a:rPr lang="en-GB" sz="675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412076" y="6000361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B860FC-9229-466C-B67B-E6B79E07BB2B}"/>
              </a:ext>
            </a:extLst>
          </p:cNvPr>
          <p:cNvGrpSpPr/>
          <p:nvPr userDrawn="1"/>
        </p:nvGrpSpPr>
        <p:grpSpPr>
          <a:xfrm>
            <a:off x="450000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477D509D-A74E-4D79-8C41-28EE208771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C851991-483D-4A9F-8C5F-626DE9D5C1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28FEC250-9F3B-45BC-90AF-4CDE000C2C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F8494B23-9F67-4108-8FC3-E645BD138A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198EEDBF-F835-40E6-A1D3-AAADC96DD0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42C9A861-6332-4ADC-88F7-183765B2D7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593BFC01-C985-4400-9F59-CA3E701AB8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4A67BA7C-21CB-474A-9E6A-BCA082851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15ADC0C-A127-4E52-A974-5D4D91506D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71ADF477-53BF-4770-AA08-07332CAF6A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174107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_Templat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00" y="651600"/>
            <a:ext cx="11196300" cy="75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de-DE" noProof="0"/>
              <a:t>First Name, Name</a:t>
            </a:r>
            <a:br>
              <a:rPr lang="de-DE" noProof="0"/>
            </a:br>
            <a:r>
              <a:rPr lang="de-DE" noProof="0"/>
              <a:t>Project </a:t>
            </a:r>
            <a:r>
              <a:rPr lang="de-DE" noProof="0" err="1"/>
              <a:t>Role</a:t>
            </a:r>
            <a:endParaRPr lang="de-DE" noProof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317500"/>
            <a:ext cx="111963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Bildplatzhalter 3"/>
          <p:cNvSpPr>
            <a:spLocks noGrp="1" noChangeAspect="1"/>
          </p:cNvSpPr>
          <p:nvPr>
            <p:ph type="pic" sz="quarter" idx="14"/>
          </p:nvPr>
        </p:nvSpPr>
        <p:spPr>
          <a:xfrm>
            <a:off x="500400" y="1670400"/>
            <a:ext cx="1260000" cy="1260000"/>
          </a:xfrm>
        </p:spPr>
        <p:txBody>
          <a:bodyPr>
            <a:noAutofit/>
          </a:bodyPr>
          <a:lstStyle/>
          <a:p>
            <a:endParaRPr lang="en-US" noProof="0"/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252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/>
              <a:t>Business Skills, Technology Skills, Language</a:t>
            </a:r>
            <a:endParaRPr lang="de-DE" noProof="0"/>
          </a:p>
        </p:txBody>
      </p:sp>
      <p:sp>
        <p:nvSpPr>
          <p:cNvPr id="8" name="Textplatzhalt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480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err="1"/>
              <a:t>Industry</a:t>
            </a:r>
            <a:r>
              <a:rPr lang="de-DE" b="0" noProof="0"/>
              <a:t> Experience, </a:t>
            </a:r>
            <a:r>
              <a:rPr lang="de-DE" b="0" noProof="0" err="1"/>
              <a:t>Certificates</a:t>
            </a:r>
            <a:r>
              <a:rPr lang="de-DE" b="0" noProof="0"/>
              <a:t>, Education</a:t>
            </a:r>
            <a:endParaRPr lang="de-DE" noProof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861200" y="1670400"/>
            <a:ext cx="3790800" cy="126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/>
              <a:t>First-name Name, Level, </a:t>
            </a:r>
            <a:r>
              <a:rPr lang="de-DE" b="0" noProof="0" err="1"/>
              <a:t>Offering</a:t>
            </a:r>
            <a:r>
              <a:rPr lang="de-DE" b="0" noProof="0"/>
              <a:t> Portfolio, Talent Group, Office Location</a:t>
            </a:r>
            <a:endParaRPr lang="de-DE" noProof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339600" y="1951200"/>
            <a:ext cx="5357100" cy="1098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err="1"/>
              <a:t>Resume</a:t>
            </a:r>
            <a:r>
              <a:rPr lang="de-DE" b="0" noProof="0"/>
              <a:t> </a:t>
            </a:r>
            <a:r>
              <a:rPr lang="de-DE" b="0" noProof="0" err="1"/>
              <a:t>text</a:t>
            </a:r>
            <a:r>
              <a:rPr lang="de-DE" b="0" noProof="0"/>
              <a:t> </a:t>
            </a:r>
            <a:r>
              <a:rPr lang="de-DE" b="0" noProof="0" err="1"/>
              <a:t>runs</a:t>
            </a:r>
            <a:r>
              <a:rPr lang="de-DE" b="0" noProof="0"/>
              <a:t> </a:t>
            </a:r>
            <a:r>
              <a:rPr lang="de-DE" b="0" noProof="0" err="1"/>
              <a:t>here</a:t>
            </a:r>
            <a:r>
              <a:rPr lang="de-DE" b="0" noProof="0"/>
              <a:t> </a:t>
            </a:r>
            <a:r>
              <a:rPr lang="de-DE" b="0" noProof="0" err="1"/>
              <a:t>this</a:t>
            </a:r>
            <a:r>
              <a:rPr lang="de-DE" b="0" noProof="0"/>
              <a:t> </a:t>
            </a:r>
            <a:r>
              <a:rPr lang="de-DE" b="0" noProof="0" err="1"/>
              <a:t>is</a:t>
            </a:r>
            <a:r>
              <a:rPr lang="de-DE" b="0" noProof="0"/>
              <a:t> </a:t>
            </a:r>
            <a:r>
              <a:rPr lang="de-DE" b="0" noProof="0" err="1"/>
              <a:t>dummy</a:t>
            </a:r>
            <a:r>
              <a:rPr lang="de-DE" b="0" noProof="0"/>
              <a:t> </a:t>
            </a:r>
            <a:r>
              <a:rPr lang="de-DE" b="0" noProof="0" err="1"/>
              <a:t>text</a:t>
            </a:r>
            <a:r>
              <a:rPr lang="de-DE" b="0" noProof="0"/>
              <a:t> </a:t>
            </a:r>
            <a:r>
              <a:rPr lang="de-DE" b="0" noProof="0" err="1"/>
              <a:t>it</a:t>
            </a:r>
            <a:r>
              <a:rPr lang="de-DE" b="0" noProof="0"/>
              <a:t> </a:t>
            </a:r>
            <a:r>
              <a:rPr lang="de-DE" b="0" noProof="0" err="1"/>
              <a:t>is</a:t>
            </a:r>
            <a:r>
              <a:rPr lang="de-DE" b="0" noProof="0"/>
              <a:t> not </a:t>
            </a:r>
            <a:r>
              <a:rPr lang="de-DE" b="0" noProof="0" err="1"/>
              <a:t>here</a:t>
            </a:r>
            <a:r>
              <a:rPr lang="de-DE" b="0" noProof="0"/>
              <a:t> </a:t>
            </a:r>
            <a:r>
              <a:rPr lang="de-DE" b="0" noProof="0" err="1"/>
              <a:t>to</a:t>
            </a:r>
            <a:r>
              <a:rPr lang="de-DE" b="0" noProof="0"/>
              <a:t> </a:t>
            </a:r>
            <a:r>
              <a:rPr lang="de-DE" b="0" noProof="0" err="1"/>
              <a:t>be</a:t>
            </a:r>
            <a:r>
              <a:rPr lang="de-DE" b="0" noProof="0"/>
              <a:t> </a:t>
            </a:r>
            <a:r>
              <a:rPr lang="de-DE" b="0" noProof="0" err="1"/>
              <a:t>read</a:t>
            </a:r>
            <a:r>
              <a:rPr lang="de-DE" b="0" noProof="0"/>
              <a:t> </a:t>
            </a:r>
            <a:r>
              <a:rPr lang="de-DE" b="0" noProof="0" err="1"/>
              <a:t>it</a:t>
            </a:r>
            <a:r>
              <a:rPr lang="de-DE" b="0" noProof="0"/>
              <a:t> </a:t>
            </a:r>
            <a:r>
              <a:rPr lang="de-DE" b="0" noProof="0" err="1"/>
              <a:t>is</a:t>
            </a:r>
            <a:r>
              <a:rPr lang="de-DE" b="0" noProof="0"/>
              <a:t> </a:t>
            </a:r>
            <a:r>
              <a:rPr lang="de-DE" b="0" noProof="0" err="1"/>
              <a:t>here</a:t>
            </a:r>
            <a:r>
              <a:rPr lang="de-DE" b="0" noProof="0"/>
              <a:t> </a:t>
            </a:r>
            <a:r>
              <a:rPr lang="de-DE" b="0" noProof="0" err="1"/>
              <a:t>to</a:t>
            </a:r>
            <a:r>
              <a:rPr lang="de-DE" b="0" noProof="0"/>
              <a:t> </a:t>
            </a:r>
            <a:r>
              <a:rPr lang="de-DE" b="0" noProof="0" err="1"/>
              <a:t>show</a:t>
            </a:r>
            <a:r>
              <a:rPr lang="de-DE" b="0" noProof="0"/>
              <a:t> </a:t>
            </a:r>
            <a:r>
              <a:rPr lang="de-DE" b="0" noProof="0" err="1"/>
              <a:t>how</a:t>
            </a:r>
            <a:r>
              <a:rPr lang="de-DE" b="0" noProof="0"/>
              <a:t> </a:t>
            </a:r>
            <a:r>
              <a:rPr lang="de-DE" b="0" noProof="0" err="1"/>
              <a:t>this</a:t>
            </a:r>
            <a:r>
              <a:rPr lang="de-DE" b="0" noProof="0"/>
              <a:t> </a:t>
            </a:r>
            <a:r>
              <a:rPr lang="de-DE" b="0" noProof="0" err="1"/>
              <a:t>document</a:t>
            </a:r>
            <a:r>
              <a:rPr lang="de-DE" b="0" noProof="0"/>
              <a:t> will </a:t>
            </a:r>
            <a:r>
              <a:rPr lang="de-DE" b="0" noProof="0" err="1"/>
              <a:t>look</a:t>
            </a:r>
            <a:r>
              <a:rPr lang="de-DE" b="0" noProof="0"/>
              <a:t> </a:t>
            </a:r>
            <a:r>
              <a:rPr lang="de-DE" b="0" noProof="0" err="1"/>
              <a:t>when</a:t>
            </a:r>
            <a:r>
              <a:rPr lang="de-DE" b="0" noProof="0"/>
              <a:t> </a:t>
            </a:r>
            <a:r>
              <a:rPr lang="de-DE" b="0" noProof="0" err="1"/>
              <a:t>populated</a:t>
            </a:r>
            <a:r>
              <a:rPr lang="de-DE" b="0" noProof="0"/>
              <a:t> </a:t>
            </a:r>
            <a:r>
              <a:rPr lang="de-DE" b="0" noProof="0" err="1"/>
              <a:t>with</a:t>
            </a:r>
            <a:r>
              <a:rPr lang="de-DE" b="0" noProof="0"/>
              <a:t> real </a:t>
            </a:r>
            <a:r>
              <a:rPr lang="de-DE" b="0" noProof="0" err="1"/>
              <a:t>text</a:t>
            </a:r>
            <a:r>
              <a:rPr lang="de-DE" b="0" noProof="0"/>
              <a:t>.</a:t>
            </a:r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6159600" y="3456000"/>
            <a:ext cx="5537100" cy="2250000"/>
          </a:xfrm>
        </p:spPr>
        <p:txBody>
          <a:bodyPr>
            <a:noAutofit/>
          </a:bodyPr>
          <a:lstStyle>
            <a:lvl1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err="1"/>
              <a:t>Industry</a:t>
            </a:r>
            <a:r>
              <a:rPr lang="de-DE" b="0" noProof="0"/>
              <a:t>: </a:t>
            </a:r>
            <a:r>
              <a:rPr lang="de-DE" b="0" noProof="0" err="1"/>
              <a:t>Scope</a:t>
            </a:r>
            <a:r>
              <a:rPr lang="de-DE" b="0" noProof="0"/>
              <a:t>: Technology:</a:t>
            </a:r>
          </a:p>
          <a:p>
            <a:pPr lvl="0"/>
            <a:endParaRPr lang="de-DE" b="0" noProof="0"/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6339600" y="6055200"/>
            <a:ext cx="5357100" cy="324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/>
              <a:t>Client AG, Client Solutions GmbH, Client Ltd.</a:t>
            </a:r>
          </a:p>
          <a:p>
            <a:pPr lvl="0"/>
            <a:endParaRPr lang="de-DE" b="0" noProof="0"/>
          </a:p>
        </p:txBody>
      </p:sp>
    </p:spTree>
    <p:extLst>
      <p:ext uri="{BB962C8B-B14F-4D97-AF65-F5344CB8AC3E}">
        <p14:creationId xmlns:p14="http://schemas.microsoft.com/office/powerpoint/2010/main" val="18483444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270" imgH="270" progId="TCLayout.ActiveDocument.1">
                  <p:embed/>
                </p:oleObj>
              </mc:Choice>
              <mc:Fallback>
                <p:oleObj name="think-cell Slide" r:id="rId3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0000" y="345664"/>
            <a:ext cx="11304000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8" name="Copyright"/>
          <p:cNvSpPr txBox="1"/>
          <p:nvPr>
            <p:custDataLst>
              <p:tags r:id="rId32"/>
            </p:custDataLst>
          </p:nvPr>
        </p:nvSpPr>
        <p:spPr>
          <a:xfrm>
            <a:off x="450000" y="6514623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50000" y="1714500"/>
            <a:ext cx="113040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C4AC0B6E-A546-AB44-0B36-84EB2521BEB2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7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538163" indent="-1800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72000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08">
          <p15:clr>
            <a:srgbClr val="F26B43"/>
          </p15:clr>
        </p15:guide>
        <p15:guide id="49" orient="horz" pos="432">
          <p15:clr>
            <a:srgbClr val="F26B43"/>
          </p15:clr>
        </p15:guide>
        <p15:guide id="68" orient="horz" pos="4104">
          <p15:clr>
            <a:srgbClr val="F26B43"/>
          </p15:clr>
        </p15:guide>
        <p15:guide id="70" orient="horz" pos="1071">
          <p15:clr>
            <a:srgbClr val="F26B43"/>
          </p15:clr>
        </p15:guide>
        <p15:guide id="71" orient="horz" pos="216">
          <p15:clr>
            <a:srgbClr val="F26B43"/>
          </p15:clr>
        </p15:guide>
        <p15:guide id="72" pos="3840">
          <p15:clr>
            <a:srgbClr val="F26B43"/>
          </p15:clr>
        </p15:guide>
        <p15:guide id="73" pos="3931">
          <p15:clr>
            <a:srgbClr val="F26B43"/>
          </p15:clr>
        </p15:guide>
        <p15:guide id="74" pos="279">
          <p15:clr>
            <a:srgbClr val="F26B43"/>
          </p15:clr>
        </p15:guide>
        <p15:guide id="76" pos="3749">
          <p15:clr>
            <a:srgbClr val="F26B43"/>
          </p15:clr>
        </p15:guide>
        <p15:guide id="84" pos="74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E6D1-74EA-1D58-F584-85370C3E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21DB7DC-3B0D-0470-4EAD-F4BF1747C9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6" imgH="486" progId="TCLayout.ActiveDocument.1">
                  <p:embed/>
                </p:oleObj>
              </mc:Choice>
              <mc:Fallback>
                <p:oleObj name="think-cell Slide" r:id="rId4" imgW="486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1DB7DC-3B0D-0470-4EAD-F4BF1747C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5FBC8B4-C054-323B-3405-77D067D1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0" y="317500"/>
            <a:ext cx="11196300" cy="334099"/>
          </a:xfrm>
        </p:spPr>
        <p:txBody>
          <a:bodyPr vert="horz"/>
          <a:lstStyle/>
          <a:p>
            <a:r>
              <a:rPr lang="de-DE" dirty="0"/>
              <a:t>Profile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F12E19-7010-D429-AFFC-DE31A287D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400" y="651600"/>
            <a:ext cx="11196300" cy="756000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06530C-FBAD-6BC6-3663-202D4AAD83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888" y="3081163"/>
            <a:ext cx="2304000" cy="292680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200"/>
              </a:spcAft>
              <a:defRPr/>
            </a:pPr>
            <a:r>
              <a:rPr lang="en-GB" sz="1200" dirty="0"/>
              <a:t>Business Skills</a:t>
            </a:r>
            <a:endParaRPr lang="en-GB" dirty="0"/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Skill 1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Skill 2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Skill 3</a:t>
            </a:r>
          </a:p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GB" sz="1200" dirty="0"/>
              <a:t>Technology Skills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de-DE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de-DE" sz="1000" dirty="0">
                <a:latin typeface="Calibri" panose="020F0502020204030204" pitchFamily="34" charset="0"/>
                <a:cs typeface="Calibri" panose="020F0502020204030204" pitchFamily="34" charset="0"/>
              </a:rPr>
              <a:t> 1: …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de-DE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de-DE" sz="1000" dirty="0">
                <a:latin typeface="Calibri" panose="020F0502020204030204" pitchFamily="34" charset="0"/>
                <a:cs typeface="Calibri" panose="020F0502020204030204" pitchFamily="34" charset="0"/>
              </a:rPr>
              <a:t> 2: …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de-DE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de-DE" sz="1000" dirty="0">
                <a:latin typeface="Calibri" panose="020F0502020204030204" pitchFamily="34" charset="0"/>
                <a:cs typeface="Calibri" panose="020F0502020204030204" pitchFamily="34" charset="0"/>
              </a:rPr>
              <a:t> 3:…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de-DE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de-DE" sz="1000" dirty="0">
                <a:latin typeface="Calibri" panose="020F0502020204030204" pitchFamily="34" charset="0"/>
                <a:cs typeface="Calibri" panose="020F0502020204030204" pitchFamily="34" charset="0"/>
              </a:rPr>
              <a:t> 4:…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de-DE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de-DE" sz="1000" dirty="0">
                <a:latin typeface="Calibri" panose="020F0502020204030204" pitchFamily="34" charset="0"/>
                <a:cs typeface="Calibri" panose="020F0502020204030204" pitchFamily="34" charset="0"/>
              </a:rPr>
              <a:t> 5:…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C6435D-A135-BB3A-D106-66E33C5244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48000" y="3081163"/>
            <a:ext cx="2304000" cy="2926800"/>
          </a:xfrm>
        </p:spPr>
        <p:txBody>
          <a:bodyPr/>
          <a:lstStyle/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GB" dirty="0"/>
              <a:t>Languages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latin typeface="Calibri" panose="020F0502020204030204" pitchFamily="34" charset="0"/>
                <a:cs typeface="Calibri" panose="020F0502020204030204" pitchFamily="34" charset="0"/>
              </a:rPr>
              <a:t>English</a:t>
            </a:r>
          </a:p>
          <a:p>
            <a:pPr lvl="0">
              <a:spcBef>
                <a:spcPts val="0"/>
              </a:spcBef>
              <a:spcAft>
                <a:spcPts val="200"/>
              </a:spcAft>
              <a:defRPr/>
            </a:pPr>
            <a:endParaRPr lang="en-GB" sz="1200" dirty="0"/>
          </a:p>
          <a:p>
            <a:pPr lvl="0">
              <a:spcBef>
                <a:spcPts val="0"/>
              </a:spcBef>
              <a:spcAft>
                <a:spcPts val="200"/>
              </a:spcAft>
              <a:defRPr/>
            </a:pPr>
            <a:r>
              <a:rPr lang="en-GB" sz="1200" dirty="0"/>
              <a:t>Industry Experience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Experience 1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Experience 2</a:t>
            </a: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Experience 3</a:t>
            </a:r>
          </a:p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GB" sz="1200" dirty="0"/>
              <a:t>Certifications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42424"/>
                </a:solidFill>
                <a:latin typeface="+mn-lt"/>
              </a:rPr>
              <a:t>Certificate 1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42424"/>
                </a:solidFill>
                <a:latin typeface="+mn-lt"/>
              </a:rPr>
              <a:t>Certificate 2</a:t>
            </a:r>
          </a:p>
          <a:p>
            <a:pPr marL="0" lvl="1" indent="0">
              <a:spcBef>
                <a:spcPts val="0"/>
              </a:spcBef>
              <a:spcAft>
                <a:spcPts val="200"/>
              </a:spcAft>
              <a:buNone/>
            </a:pPr>
            <a:endParaRPr lang="en-GB" sz="1200" dirty="0"/>
          </a:p>
          <a:p>
            <a:pPr marL="0" lvl="2" indent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GB" sz="1200" dirty="0"/>
              <a:t>Education</a:t>
            </a:r>
            <a:endParaRPr lang="en-GB" sz="1000" dirty="0">
              <a:highlight>
                <a:srgbClr val="FFFF00"/>
              </a:highlight>
              <a:cs typeface="Calibri" panose="020F0502020204030204" pitchFamily="34" charset="0"/>
            </a:endParaRPr>
          </a:p>
          <a:p>
            <a:pPr marL="171450" lvl="2" indent="-17145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it-IT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it-IT" sz="1000" dirty="0">
                <a:latin typeface="Calibri" panose="020F0502020204030204" pitchFamily="34" charset="0"/>
                <a:cs typeface="Calibri" panose="020F0502020204030204" pitchFamily="34" charset="0"/>
              </a:rPr>
              <a:t> degree of </a:t>
            </a:r>
            <a:r>
              <a:rPr lang="it-IT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edication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29095C-CC9F-64A4-8D1D-BB02812C37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61200" y="1267282"/>
            <a:ext cx="3790800" cy="12600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sz="1200" b="1" dirty="0"/>
              <a:t>NAME</a:t>
            </a:r>
          </a:p>
          <a:p>
            <a:pPr>
              <a:spcAft>
                <a:spcPts val="0"/>
              </a:spcAft>
            </a:pPr>
            <a:r>
              <a:rPr lang="de-DE" dirty="0" err="1"/>
              <a:t>Role</a:t>
            </a:r>
            <a:endParaRPr lang="de-DE" dirty="0"/>
          </a:p>
          <a:p>
            <a:pPr>
              <a:spcAft>
                <a:spcPts val="0"/>
              </a:spcAft>
            </a:pPr>
            <a:r>
              <a:rPr lang="en-US" dirty="0"/>
              <a:t>Location</a:t>
            </a:r>
          </a:p>
          <a:p>
            <a:pPr lvl="0">
              <a:spcAft>
                <a:spcPts val="0"/>
              </a:spcAft>
            </a:pPr>
            <a:endParaRPr lang="en-GB" sz="12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00737FE-6FA2-9167-7B8E-8B5135EDFA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39600" y="1548082"/>
            <a:ext cx="5357100" cy="1098000"/>
          </a:xfrm>
        </p:spPr>
        <p:txBody>
          <a:bodyPr vert="horz" lIns="0" tIns="0" rIns="0" bIns="0" rtlCol="0">
            <a:noAutofit/>
          </a:bodyPr>
          <a:lstStyle/>
          <a:p>
            <a:pPr algn="just"/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Summary</a:t>
            </a:r>
            <a:endParaRPr lang="en-US" dirty="0">
              <a:latin typeface="+mj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30029C-3E95-93B4-ED1B-2E569D8613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9600" y="6019052"/>
            <a:ext cx="5357100" cy="324000"/>
          </a:xfrm>
        </p:spPr>
        <p:txBody>
          <a:bodyPr/>
          <a:lstStyle/>
          <a:p>
            <a:r>
              <a:rPr lang="en-US" dirty="0"/>
              <a:t>Client 1</a:t>
            </a:r>
            <a:r>
              <a:rPr lang="en-US"/>
              <a:t>, client 2, …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4EB541-968D-39BB-7E77-D561B7F60A4D}"/>
              </a:ext>
            </a:extLst>
          </p:cNvPr>
          <p:cNvGrpSpPr/>
          <p:nvPr/>
        </p:nvGrpSpPr>
        <p:grpSpPr>
          <a:xfrm>
            <a:off x="500400" y="2681571"/>
            <a:ext cx="5146113" cy="371888"/>
            <a:chOff x="535855" y="3075545"/>
            <a:chExt cx="5146113" cy="37188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5D0EF1-ED6E-5BA1-69AF-D3D4F84E56D4}"/>
                </a:ext>
              </a:extLst>
            </p:cNvPr>
            <p:cNvCxnSpPr/>
            <p:nvPr userDrawn="1"/>
          </p:nvCxnSpPr>
          <p:spPr>
            <a:xfrm>
              <a:off x="965968" y="3369135"/>
              <a:ext cx="4716000" cy="2548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A9E085-FE4C-DDA3-FF0D-DB071015EADD}"/>
                </a:ext>
              </a:extLst>
            </p:cNvPr>
            <p:cNvSpPr txBox="1"/>
            <p:nvPr userDrawn="1"/>
          </p:nvSpPr>
          <p:spPr>
            <a:xfrm>
              <a:off x="962826" y="3180622"/>
              <a:ext cx="468700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de-DE" sz="1200" b="1">
                  <a:latin typeface="Calibri" panose="020F0502020204030204" pitchFamily="34" charset="0"/>
                  <a:cs typeface="Calibri" panose="020F0502020204030204" pitchFamily="34" charset="0"/>
                </a:rPr>
                <a:t>Key Skills</a:t>
              </a:r>
              <a:endParaRPr lang="de-DE" sz="1200" b="1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4B27EB-C88F-F7D8-30B4-527FA6905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855" y="3075545"/>
              <a:ext cx="365792" cy="37188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E6CF91-257F-29BF-79F0-B49E97893034}"/>
              </a:ext>
            </a:extLst>
          </p:cNvPr>
          <p:cNvGrpSpPr/>
          <p:nvPr/>
        </p:nvGrpSpPr>
        <p:grpSpPr>
          <a:xfrm>
            <a:off x="5913085" y="2675247"/>
            <a:ext cx="5786825" cy="369021"/>
            <a:chOff x="5913085" y="3078365"/>
            <a:chExt cx="5786825" cy="36902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655196-1A77-62F8-AF59-B75B3BACE1AB}"/>
                </a:ext>
              </a:extLst>
            </p:cNvPr>
            <p:cNvCxnSpPr/>
            <p:nvPr userDrawn="1"/>
          </p:nvCxnSpPr>
          <p:spPr>
            <a:xfrm>
              <a:off x="6335910" y="3371211"/>
              <a:ext cx="5364000" cy="472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EF3A273-1B6D-EA2A-9F37-E1947D073A03}"/>
                </a:ext>
              </a:extLst>
            </p:cNvPr>
            <p:cNvGrpSpPr/>
            <p:nvPr/>
          </p:nvGrpSpPr>
          <p:grpSpPr>
            <a:xfrm>
              <a:off x="5913085" y="3078365"/>
              <a:ext cx="5753454" cy="369021"/>
              <a:chOff x="5913085" y="3078365"/>
              <a:chExt cx="5753454" cy="369021"/>
            </a:xfrm>
          </p:grpSpPr>
          <p:grpSp>
            <p:nvGrpSpPr>
              <p:cNvPr id="21" name="Group 675">
                <a:extLst>
                  <a:ext uri="{FF2B5EF4-FFF2-40B4-BE49-F238E27FC236}">
                    <a16:creationId xmlns:a16="http://schemas.microsoft.com/office/drawing/2014/main" id="{64488F0D-8771-A3A7-5AA7-C8BB36FFAC3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gray">
              <a:xfrm>
                <a:off x="5913085" y="3078365"/>
                <a:ext cx="369021" cy="369021"/>
                <a:chOff x="6583" y="2681"/>
                <a:chExt cx="340" cy="340"/>
              </a:xfrm>
              <a:solidFill>
                <a:schemeClr val="accent1"/>
              </a:solidFill>
            </p:grpSpPr>
            <p:sp>
              <p:nvSpPr>
                <p:cNvPr id="23" name="Freeform 676">
                  <a:extLst>
                    <a:ext uri="{FF2B5EF4-FFF2-40B4-BE49-F238E27FC236}">
                      <a16:creationId xmlns:a16="http://schemas.microsoft.com/office/drawing/2014/main" id="{818ABD3B-F1A0-54C2-8BC7-1677EEDBA01C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583" y="2681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4" name="Freeform 677">
                  <a:extLst>
                    <a:ext uri="{FF2B5EF4-FFF2-40B4-BE49-F238E27FC236}">
                      <a16:creationId xmlns:a16="http://schemas.microsoft.com/office/drawing/2014/main" id="{1F24E8C8-D951-B1F0-60D3-8769151A6F26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672" y="2741"/>
                  <a:ext cx="162" cy="224"/>
                </a:xfrm>
                <a:custGeom>
                  <a:avLst/>
                  <a:gdLst>
                    <a:gd name="T0" fmla="*/ 233 w 244"/>
                    <a:gd name="T1" fmla="*/ 122 h 336"/>
                    <a:gd name="T2" fmla="*/ 241 w 244"/>
                    <a:gd name="T3" fmla="*/ 90 h 336"/>
                    <a:gd name="T4" fmla="*/ 218 w 244"/>
                    <a:gd name="T5" fmla="*/ 67 h 336"/>
                    <a:gd name="T6" fmla="*/ 209 w 244"/>
                    <a:gd name="T7" fmla="*/ 35 h 336"/>
                    <a:gd name="T8" fmla="*/ 177 w 244"/>
                    <a:gd name="T9" fmla="*/ 26 h 336"/>
                    <a:gd name="T10" fmla="*/ 154 w 244"/>
                    <a:gd name="T11" fmla="*/ 2 h 336"/>
                    <a:gd name="T12" fmla="*/ 122 w 244"/>
                    <a:gd name="T13" fmla="*/ 11 h 336"/>
                    <a:gd name="T14" fmla="*/ 90 w 244"/>
                    <a:gd name="T15" fmla="*/ 2 h 336"/>
                    <a:gd name="T16" fmla="*/ 66 w 244"/>
                    <a:gd name="T17" fmla="*/ 26 h 336"/>
                    <a:gd name="T18" fmla="*/ 34 w 244"/>
                    <a:gd name="T19" fmla="*/ 35 h 336"/>
                    <a:gd name="T20" fmla="*/ 26 w 244"/>
                    <a:gd name="T21" fmla="*/ 67 h 336"/>
                    <a:gd name="T22" fmla="*/ 2 w 244"/>
                    <a:gd name="T23" fmla="*/ 90 h 336"/>
                    <a:gd name="T24" fmla="*/ 11 w 244"/>
                    <a:gd name="T25" fmla="*/ 122 h 336"/>
                    <a:gd name="T26" fmla="*/ 2 w 244"/>
                    <a:gd name="T27" fmla="*/ 154 h 336"/>
                    <a:gd name="T28" fmla="*/ 26 w 244"/>
                    <a:gd name="T29" fmla="*/ 177 h 336"/>
                    <a:gd name="T30" fmla="*/ 34 w 244"/>
                    <a:gd name="T31" fmla="*/ 209 h 336"/>
                    <a:gd name="T32" fmla="*/ 58 w 244"/>
                    <a:gd name="T33" fmla="*/ 217 h 336"/>
                    <a:gd name="T34" fmla="*/ 63 w 244"/>
                    <a:gd name="T35" fmla="*/ 334 h 336"/>
                    <a:gd name="T36" fmla="*/ 122 w 244"/>
                    <a:gd name="T37" fmla="*/ 305 h 336"/>
                    <a:gd name="T38" fmla="*/ 175 w 244"/>
                    <a:gd name="T39" fmla="*/ 335 h 336"/>
                    <a:gd name="T40" fmla="*/ 186 w 244"/>
                    <a:gd name="T41" fmla="*/ 325 h 336"/>
                    <a:gd name="T42" fmla="*/ 186 w 244"/>
                    <a:gd name="T43" fmla="*/ 217 h 336"/>
                    <a:gd name="T44" fmla="*/ 217 w 244"/>
                    <a:gd name="T45" fmla="*/ 187 h 336"/>
                    <a:gd name="T46" fmla="*/ 225 w 244"/>
                    <a:gd name="T47" fmla="*/ 172 h 336"/>
                    <a:gd name="T48" fmla="*/ 236 w 244"/>
                    <a:gd name="T49" fmla="*/ 131 h 336"/>
                    <a:gd name="T50" fmla="*/ 116 w 244"/>
                    <a:gd name="T51" fmla="*/ 284 h 336"/>
                    <a:gd name="T52" fmla="*/ 79 w 244"/>
                    <a:gd name="T53" fmla="*/ 235 h 336"/>
                    <a:gd name="T54" fmla="*/ 95 w 244"/>
                    <a:gd name="T55" fmla="*/ 242 h 336"/>
                    <a:gd name="T56" fmla="*/ 122 w 244"/>
                    <a:gd name="T57" fmla="*/ 233 h 336"/>
                    <a:gd name="T58" fmla="*/ 154 w 244"/>
                    <a:gd name="T59" fmla="*/ 242 h 336"/>
                    <a:gd name="T60" fmla="*/ 164 w 244"/>
                    <a:gd name="T61" fmla="*/ 306 h 336"/>
                    <a:gd name="T62" fmla="*/ 213 w 244"/>
                    <a:gd name="T63" fmla="*/ 154 h 336"/>
                    <a:gd name="T64" fmla="*/ 195 w 244"/>
                    <a:gd name="T65" fmla="*/ 185 h 336"/>
                    <a:gd name="T66" fmla="*/ 185 w 244"/>
                    <a:gd name="T67" fmla="*/ 195 h 336"/>
                    <a:gd name="T68" fmla="*/ 154 w 244"/>
                    <a:gd name="T69" fmla="*/ 212 h 336"/>
                    <a:gd name="T70" fmla="*/ 148 w 244"/>
                    <a:gd name="T71" fmla="*/ 218 h 336"/>
                    <a:gd name="T72" fmla="*/ 122 w 244"/>
                    <a:gd name="T73" fmla="*/ 212 h 336"/>
                    <a:gd name="T74" fmla="*/ 95 w 244"/>
                    <a:gd name="T75" fmla="*/ 221 h 336"/>
                    <a:gd name="T76" fmla="*/ 77 w 244"/>
                    <a:gd name="T77" fmla="*/ 200 h 336"/>
                    <a:gd name="T78" fmla="*/ 49 w 244"/>
                    <a:gd name="T79" fmla="*/ 195 h 336"/>
                    <a:gd name="T80" fmla="*/ 44 w 244"/>
                    <a:gd name="T81" fmla="*/ 167 h 336"/>
                    <a:gd name="T82" fmla="*/ 23 w 244"/>
                    <a:gd name="T83" fmla="*/ 149 h 336"/>
                    <a:gd name="T84" fmla="*/ 32 w 244"/>
                    <a:gd name="T85" fmla="*/ 122 h 336"/>
                    <a:gd name="T86" fmla="*/ 23 w 244"/>
                    <a:gd name="T87" fmla="*/ 96 h 336"/>
                    <a:gd name="T88" fmla="*/ 44 w 244"/>
                    <a:gd name="T89" fmla="*/ 77 h 336"/>
                    <a:gd name="T90" fmla="*/ 49 w 244"/>
                    <a:gd name="T91" fmla="*/ 50 h 336"/>
                    <a:gd name="T92" fmla="*/ 77 w 244"/>
                    <a:gd name="T93" fmla="*/ 45 h 336"/>
                    <a:gd name="T94" fmla="*/ 95 w 244"/>
                    <a:gd name="T95" fmla="*/ 26 h 336"/>
                    <a:gd name="T96" fmla="*/ 103 w 244"/>
                    <a:gd name="T97" fmla="*/ 28 h 336"/>
                    <a:gd name="T98" fmla="*/ 140 w 244"/>
                    <a:gd name="T99" fmla="*/ 27 h 336"/>
                    <a:gd name="T100" fmla="*/ 154 w 244"/>
                    <a:gd name="T101" fmla="*/ 30 h 336"/>
                    <a:gd name="T102" fmla="*/ 185 w 244"/>
                    <a:gd name="T103" fmla="*/ 48 h 336"/>
                    <a:gd name="T104" fmla="*/ 195 w 244"/>
                    <a:gd name="T105" fmla="*/ 59 h 336"/>
                    <a:gd name="T106" fmla="*/ 213 w 244"/>
                    <a:gd name="T107" fmla="*/ 90 h 336"/>
                    <a:gd name="T108" fmla="*/ 217 w 244"/>
                    <a:gd name="T109" fmla="*/ 104 h 336"/>
                    <a:gd name="T110" fmla="*/ 217 w 244"/>
                    <a:gd name="T111" fmla="*/ 140 h 336"/>
                    <a:gd name="T112" fmla="*/ 213 w 244"/>
                    <a:gd name="T113" fmla="*/ 154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44" h="336">
                      <a:moveTo>
                        <a:pt x="236" y="131"/>
                      </a:moveTo>
                      <a:cubicBezTo>
                        <a:pt x="235" y="128"/>
                        <a:pt x="233" y="124"/>
                        <a:pt x="233" y="122"/>
                      </a:cubicBezTo>
                      <a:cubicBezTo>
                        <a:pt x="233" y="120"/>
                        <a:pt x="235" y="116"/>
                        <a:pt x="236" y="113"/>
                      </a:cubicBezTo>
                      <a:cubicBezTo>
                        <a:pt x="239" y="107"/>
                        <a:pt x="244" y="99"/>
                        <a:pt x="241" y="90"/>
                      </a:cubicBezTo>
                      <a:cubicBezTo>
                        <a:pt x="239" y="81"/>
                        <a:pt x="231" y="76"/>
                        <a:pt x="225" y="72"/>
                      </a:cubicBezTo>
                      <a:cubicBezTo>
                        <a:pt x="222" y="70"/>
                        <a:pt x="219" y="68"/>
                        <a:pt x="218" y="67"/>
                      </a:cubicBezTo>
                      <a:cubicBezTo>
                        <a:pt x="217" y="65"/>
                        <a:pt x="217" y="61"/>
                        <a:pt x="217" y="57"/>
                      </a:cubicBezTo>
                      <a:cubicBezTo>
                        <a:pt x="216" y="50"/>
                        <a:pt x="216" y="41"/>
                        <a:pt x="209" y="35"/>
                      </a:cubicBezTo>
                      <a:cubicBezTo>
                        <a:pt x="203" y="28"/>
                        <a:pt x="194" y="28"/>
                        <a:pt x="186" y="27"/>
                      </a:cubicBezTo>
                      <a:cubicBezTo>
                        <a:pt x="183" y="27"/>
                        <a:pt x="179" y="27"/>
                        <a:pt x="177" y="26"/>
                      </a:cubicBezTo>
                      <a:cubicBezTo>
                        <a:pt x="176" y="25"/>
                        <a:pt x="173" y="21"/>
                        <a:pt x="172" y="19"/>
                      </a:cubicBezTo>
                      <a:cubicBezTo>
                        <a:pt x="168" y="13"/>
                        <a:pt x="163" y="5"/>
                        <a:pt x="154" y="2"/>
                      </a:cubicBezTo>
                      <a:cubicBezTo>
                        <a:pt x="145" y="0"/>
                        <a:pt x="137" y="4"/>
                        <a:pt x="130" y="8"/>
                      </a:cubicBezTo>
                      <a:cubicBezTo>
                        <a:pt x="128" y="9"/>
                        <a:pt x="123" y="11"/>
                        <a:pt x="122" y="11"/>
                      </a:cubicBezTo>
                      <a:cubicBezTo>
                        <a:pt x="120" y="11"/>
                        <a:pt x="116" y="9"/>
                        <a:pt x="113" y="8"/>
                      </a:cubicBezTo>
                      <a:cubicBezTo>
                        <a:pt x="106" y="4"/>
                        <a:pt x="98" y="0"/>
                        <a:pt x="90" y="2"/>
                      </a:cubicBezTo>
                      <a:cubicBezTo>
                        <a:pt x="81" y="5"/>
                        <a:pt x="76" y="13"/>
                        <a:pt x="72" y="19"/>
                      </a:cubicBezTo>
                      <a:cubicBezTo>
                        <a:pt x="70" y="21"/>
                        <a:pt x="68" y="25"/>
                        <a:pt x="66" y="26"/>
                      </a:cubicBezTo>
                      <a:cubicBezTo>
                        <a:pt x="65" y="27"/>
                        <a:pt x="60" y="27"/>
                        <a:pt x="57" y="27"/>
                      </a:cubicBezTo>
                      <a:cubicBezTo>
                        <a:pt x="50" y="28"/>
                        <a:pt x="41" y="28"/>
                        <a:pt x="34" y="35"/>
                      </a:cubicBezTo>
                      <a:cubicBezTo>
                        <a:pt x="28" y="41"/>
                        <a:pt x="27" y="50"/>
                        <a:pt x="27" y="57"/>
                      </a:cubicBezTo>
                      <a:cubicBezTo>
                        <a:pt x="27" y="61"/>
                        <a:pt x="26" y="65"/>
                        <a:pt x="26" y="67"/>
                      </a:cubicBezTo>
                      <a:cubicBezTo>
                        <a:pt x="25" y="68"/>
                        <a:pt x="21" y="70"/>
                        <a:pt x="18" y="72"/>
                      </a:cubicBezTo>
                      <a:cubicBezTo>
                        <a:pt x="12" y="76"/>
                        <a:pt x="5" y="81"/>
                        <a:pt x="2" y="90"/>
                      </a:cubicBezTo>
                      <a:cubicBezTo>
                        <a:pt x="0" y="99"/>
                        <a:pt x="4" y="107"/>
                        <a:pt x="7" y="113"/>
                      </a:cubicBezTo>
                      <a:cubicBezTo>
                        <a:pt x="9" y="116"/>
                        <a:pt x="11" y="120"/>
                        <a:pt x="11" y="122"/>
                      </a:cubicBezTo>
                      <a:cubicBezTo>
                        <a:pt x="11" y="124"/>
                        <a:pt x="9" y="128"/>
                        <a:pt x="7" y="131"/>
                      </a:cubicBezTo>
                      <a:cubicBezTo>
                        <a:pt x="4" y="137"/>
                        <a:pt x="0" y="145"/>
                        <a:pt x="2" y="154"/>
                      </a:cubicBezTo>
                      <a:cubicBezTo>
                        <a:pt x="5" y="163"/>
                        <a:pt x="12" y="168"/>
                        <a:pt x="18" y="172"/>
                      </a:cubicBezTo>
                      <a:cubicBezTo>
                        <a:pt x="21" y="174"/>
                        <a:pt x="25" y="176"/>
                        <a:pt x="26" y="177"/>
                      </a:cubicBezTo>
                      <a:cubicBezTo>
                        <a:pt x="26" y="179"/>
                        <a:pt x="27" y="183"/>
                        <a:pt x="27" y="187"/>
                      </a:cubicBezTo>
                      <a:cubicBezTo>
                        <a:pt x="27" y="194"/>
                        <a:pt x="28" y="203"/>
                        <a:pt x="34" y="209"/>
                      </a:cubicBezTo>
                      <a:cubicBezTo>
                        <a:pt x="41" y="216"/>
                        <a:pt x="50" y="216"/>
                        <a:pt x="57" y="217"/>
                      </a:cubicBezTo>
                      <a:cubicBezTo>
                        <a:pt x="57" y="217"/>
                        <a:pt x="57" y="217"/>
                        <a:pt x="58" y="217"/>
                      </a:cubicBezTo>
                      <a:cubicBezTo>
                        <a:pt x="58" y="325"/>
                        <a:pt x="58" y="325"/>
                        <a:pt x="58" y="325"/>
                      </a:cubicBezTo>
                      <a:cubicBezTo>
                        <a:pt x="58" y="329"/>
                        <a:pt x="60" y="332"/>
                        <a:pt x="63" y="334"/>
                      </a:cubicBezTo>
                      <a:cubicBezTo>
                        <a:pt x="66" y="336"/>
                        <a:pt x="71" y="336"/>
                        <a:pt x="74" y="334"/>
                      </a:cubicBezTo>
                      <a:cubicBezTo>
                        <a:pt x="122" y="305"/>
                        <a:pt x="122" y="305"/>
                        <a:pt x="122" y="305"/>
                      </a:cubicBezTo>
                      <a:cubicBezTo>
                        <a:pt x="170" y="334"/>
                        <a:pt x="170" y="334"/>
                        <a:pt x="170" y="334"/>
                      </a:cubicBezTo>
                      <a:cubicBezTo>
                        <a:pt x="171" y="335"/>
                        <a:pt x="173" y="335"/>
                        <a:pt x="175" y="335"/>
                      </a:cubicBezTo>
                      <a:cubicBezTo>
                        <a:pt x="177" y="335"/>
                        <a:pt x="179" y="335"/>
                        <a:pt x="180" y="334"/>
                      </a:cubicBezTo>
                      <a:cubicBezTo>
                        <a:pt x="184" y="332"/>
                        <a:pt x="186" y="329"/>
                        <a:pt x="186" y="325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94" y="216"/>
                        <a:pt x="203" y="216"/>
                        <a:pt x="209" y="209"/>
                      </a:cubicBezTo>
                      <a:cubicBezTo>
                        <a:pt x="216" y="203"/>
                        <a:pt x="216" y="194"/>
                        <a:pt x="217" y="187"/>
                      </a:cubicBezTo>
                      <a:cubicBezTo>
                        <a:pt x="217" y="183"/>
                        <a:pt x="217" y="179"/>
                        <a:pt x="218" y="177"/>
                      </a:cubicBezTo>
                      <a:cubicBezTo>
                        <a:pt x="219" y="176"/>
                        <a:pt x="222" y="174"/>
                        <a:pt x="225" y="172"/>
                      </a:cubicBezTo>
                      <a:cubicBezTo>
                        <a:pt x="231" y="168"/>
                        <a:pt x="239" y="163"/>
                        <a:pt x="241" y="154"/>
                      </a:cubicBezTo>
                      <a:cubicBezTo>
                        <a:pt x="244" y="145"/>
                        <a:pt x="239" y="137"/>
                        <a:pt x="236" y="131"/>
                      </a:cubicBezTo>
                      <a:close/>
                      <a:moveTo>
                        <a:pt x="127" y="284"/>
                      </a:moveTo>
                      <a:cubicBezTo>
                        <a:pt x="124" y="282"/>
                        <a:pt x="120" y="282"/>
                        <a:pt x="116" y="284"/>
                      </a:cubicBezTo>
                      <a:cubicBezTo>
                        <a:pt x="79" y="306"/>
                        <a:pt x="79" y="306"/>
                        <a:pt x="79" y="306"/>
                      </a:cubicBezTo>
                      <a:cubicBezTo>
                        <a:pt x="79" y="235"/>
                        <a:pt x="79" y="235"/>
                        <a:pt x="79" y="235"/>
                      </a:cubicBezTo>
                      <a:cubicBezTo>
                        <a:pt x="82" y="238"/>
                        <a:pt x="85" y="240"/>
                        <a:pt x="90" y="242"/>
                      </a:cubicBezTo>
                      <a:cubicBezTo>
                        <a:pt x="91" y="242"/>
                        <a:pt x="93" y="242"/>
                        <a:pt x="95" y="242"/>
                      </a:cubicBezTo>
                      <a:cubicBezTo>
                        <a:pt x="102" y="242"/>
                        <a:pt x="108" y="239"/>
                        <a:pt x="113" y="236"/>
                      </a:cubicBezTo>
                      <a:cubicBezTo>
                        <a:pt x="116" y="235"/>
                        <a:pt x="120" y="233"/>
                        <a:pt x="122" y="233"/>
                      </a:cubicBezTo>
                      <a:cubicBezTo>
                        <a:pt x="123" y="233"/>
                        <a:pt x="128" y="235"/>
                        <a:pt x="130" y="236"/>
                      </a:cubicBezTo>
                      <a:cubicBezTo>
                        <a:pt x="137" y="240"/>
                        <a:pt x="145" y="244"/>
                        <a:pt x="154" y="242"/>
                      </a:cubicBezTo>
                      <a:cubicBezTo>
                        <a:pt x="158" y="240"/>
                        <a:pt x="161" y="238"/>
                        <a:pt x="164" y="235"/>
                      </a:cubicBezTo>
                      <a:cubicBezTo>
                        <a:pt x="164" y="306"/>
                        <a:pt x="164" y="306"/>
                        <a:pt x="164" y="306"/>
                      </a:cubicBezTo>
                      <a:lnTo>
                        <a:pt x="127" y="284"/>
                      </a:lnTo>
                      <a:close/>
                      <a:moveTo>
                        <a:pt x="213" y="154"/>
                      </a:moveTo>
                      <a:cubicBezTo>
                        <a:pt x="208" y="157"/>
                        <a:pt x="203" y="161"/>
                        <a:pt x="199" y="167"/>
                      </a:cubicBezTo>
                      <a:cubicBezTo>
                        <a:pt x="196" y="173"/>
                        <a:pt x="196" y="179"/>
                        <a:pt x="195" y="185"/>
                      </a:cubicBezTo>
                      <a:cubicBezTo>
                        <a:pt x="195" y="188"/>
                        <a:pt x="195" y="193"/>
                        <a:pt x="194" y="194"/>
                      </a:cubicBezTo>
                      <a:cubicBezTo>
                        <a:pt x="193" y="195"/>
                        <a:pt x="188" y="195"/>
                        <a:pt x="185" y="195"/>
                      </a:cubicBezTo>
                      <a:cubicBezTo>
                        <a:pt x="179" y="195"/>
                        <a:pt x="172" y="195"/>
                        <a:pt x="166" y="199"/>
                      </a:cubicBezTo>
                      <a:cubicBezTo>
                        <a:pt x="161" y="202"/>
                        <a:pt x="157" y="207"/>
                        <a:pt x="154" y="212"/>
                      </a:cubicBezTo>
                      <a:cubicBezTo>
                        <a:pt x="152" y="215"/>
                        <a:pt x="149" y="218"/>
                        <a:pt x="148" y="218"/>
                      </a:cubicBezTo>
                      <a:cubicBezTo>
                        <a:pt x="148" y="218"/>
                        <a:pt x="148" y="218"/>
                        <a:pt x="148" y="218"/>
                      </a:cubicBezTo>
                      <a:cubicBezTo>
                        <a:pt x="147" y="218"/>
                        <a:pt x="143" y="217"/>
                        <a:pt x="140" y="216"/>
                      </a:cubicBezTo>
                      <a:cubicBezTo>
                        <a:pt x="135" y="213"/>
                        <a:pt x="129" y="212"/>
                        <a:pt x="122" y="212"/>
                      </a:cubicBezTo>
                      <a:cubicBezTo>
                        <a:pt x="115" y="212"/>
                        <a:pt x="109" y="215"/>
                        <a:pt x="103" y="217"/>
                      </a:cubicBezTo>
                      <a:cubicBezTo>
                        <a:pt x="101" y="219"/>
                        <a:pt x="96" y="221"/>
                        <a:pt x="95" y="221"/>
                      </a:cubicBezTo>
                      <a:cubicBezTo>
                        <a:pt x="94" y="220"/>
                        <a:pt x="91" y="216"/>
                        <a:pt x="90" y="214"/>
                      </a:cubicBezTo>
                      <a:cubicBezTo>
                        <a:pt x="86" y="209"/>
                        <a:pt x="83" y="203"/>
                        <a:pt x="77" y="200"/>
                      </a:cubicBezTo>
                      <a:cubicBezTo>
                        <a:pt x="71" y="196"/>
                        <a:pt x="64" y="196"/>
                        <a:pt x="58" y="196"/>
                      </a:cubicBezTo>
                      <a:cubicBezTo>
                        <a:pt x="55" y="195"/>
                        <a:pt x="50" y="195"/>
                        <a:pt x="49" y="195"/>
                      </a:cubicBezTo>
                      <a:cubicBezTo>
                        <a:pt x="49" y="193"/>
                        <a:pt x="48" y="188"/>
                        <a:pt x="48" y="185"/>
                      </a:cubicBezTo>
                      <a:cubicBezTo>
                        <a:pt x="48" y="179"/>
                        <a:pt x="47" y="173"/>
                        <a:pt x="44" y="167"/>
                      </a:cubicBezTo>
                      <a:cubicBezTo>
                        <a:pt x="41" y="161"/>
                        <a:pt x="35" y="157"/>
                        <a:pt x="30" y="154"/>
                      </a:cubicBezTo>
                      <a:cubicBezTo>
                        <a:pt x="28" y="152"/>
                        <a:pt x="23" y="150"/>
                        <a:pt x="23" y="149"/>
                      </a:cubicBezTo>
                      <a:cubicBezTo>
                        <a:pt x="23" y="147"/>
                        <a:pt x="25" y="143"/>
                        <a:pt x="26" y="140"/>
                      </a:cubicBezTo>
                      <a:cubicBezTo>
                        <a:pt x="29" y="135"/>
                        <a:pt x="32" y="129"/>
                        <a:pt x="32" y="122"/>
                      </a:cubicBezTo>
                      <a:cubicBezTo>
                        <a:pt x="32" y="115"/>
                        <a:pt x="29" y="109"/>
                        <a:pt x="26" y="104"/>
                      </a:cubicBezTo>
                      <a:cubicBezTo>
                        <a:pt x="25" y="101"/>
                        <a:pt x="23" y="97"/>
                        <a:pt x="23" y="96"/>
                      </a:cubicBezTo>
                      <a:cubicBezTo>
                        <a:pt x="23" y="94"/>
                        <a:pt x="28" y="92"/>
                        <a:pt x="30" y="90"/>
                      </a:cubicBezTo>
                      <a:cubicBezTo>
                        <a:pt x="35" y="87"/>
                        <a:pt x="41" y="83"/>
                        <a:pt x="44" y="77"/>
                      </a:cubicBezTo>
                      <a:cubicBezTo>
                        <a:pt x="47" y="71"/>
                        <a:pt x="48" y="65"/>
                        <a:pt x="48" y="59"/>
                      </a:cubicBezTo>
                      <a:cubicBezTo>
                        <a:pt x="48" y="56"/>
                        <a:pt x="49" y="51"/>
                        <a:pt x="49" y="50"/>
                      </a:cubicBezTo>
                      <a:cubicBezTo>
                        <a:pt x="50" y="49"/>
                        <a:pt x="55" y="49"/>
                        <a:pt x="58" y="49"/>
                      </a:cubicBezTo>
                      <a:cubicBezTo>
                        <a:pt x="64" y="49"/>
                        <a:pt x="71" y="49"/>
                        <a:pt x="77" y="45"/>
                      </a:cubicBezTo>
                      <a:cubicBezTo>
                        <a:pt x="83" y="42"/>
                        <a:pt x="86" y="37"/>
                        <a:pt x="90" y="32"/>
                      </a:cubicBezTo>
                      <a:cubicBezTo>
                        <a:pt x="91" y="29"/>
                        <a:pt x="94" y="26"/>
                        <a:pt x="95" y="26"/>
                      </a:cubicBez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101" y="27"/>
                        <a:pt x="103" y="28"/>
                      </a:cubicBezTo>
                      <a:cubicBezTo>
                        <a:pt x="109" y="31"/>
                        <a:pt x="115" y="32"/>
                        <a:pt x="122" y="32"/>
                      </a:cubicBezTo>
                      <a:cubicBezTo>
                        <a:pt x="129" y="32"/>
                        <a:pt x="135" y="29"/>
                        <a:pt x="140" y="27"/>
                      </a:cubicBezTo>
                      <a:cubicBezTo>
                        <a:pt x="143" y="25"/>
                        <a:pt x="147" y="23"/>
                        <a:pt x="148" y="23"/>
                      </a:cubicBezTo>
                      <a:cubicBezTo>
                        <a:pt x="149" y="24"/>
                        <a:pt x="152" y="28"/>
                        <a:pt x="154" y="30"/>
                      </a:cubicBezTo>
                      <a:cubicBezTo>
                        <a:pt x="157" y="35"/>
                        <a:pt x="161" y="41"/>
                        <a:pt x="166" y="44"/>
                      </a:cubicBezTo>
                      <a:cubicBezTo>
                        <a:pt x="172" y="48"/>
                        <a:pt x="179" y="48"/>
                        <a:pt x="185" y="48"/>
                      </a:cubicBezTo>
                      <a:cubicBezTo>
                        <a:pt x="188" y="49"/>
                        <a:pt x="193" y="49"/>
                        <a:pt x="194" y="49"/>
                      </a:cubicBezTo>
                      <a:cubicBezTo>
                        <a:pt x="195" y="51"/>
                        <a:pt x="195" y="56"/>
                        <a:pt x="195" y="59"/>
                      </a:cubicBezTo>
                      <a:cubicBezTo>
                        <a:pt x="196" y="65"/>
                        <a:pt x="196" y="71"/>
                        <a:pt x="199" y="77"/>
                      </a:cubicBezTo>
                      <a:cubicBezTo>
                        <a:pt x="203" y="83"/>
                        <a:pt x="208" y="87"/>
                        <a:pt x="213" y="90"/>
                      </a:cubicBezTo>
                      <a:cubicBezTo>
                        <a:pt x="216" y="92"/>
                        <a:pt x="220" y="94"/>
                        <a:pt x="221" y="95"/>
                      </a:cubicBezTo>
                      <a:cubicBezTo>
                        <a:pt x="221" y="97"/>
                        <a:pt x="218" y="101"/>
                        <a:pt x="217" y="104"/>
                      </a:cubicBezTo>
                      <a:cubicBezTo>
                        <a:pt x="214" y="109"/>
                        <a:pt x="211" y="115"/>
                        <a:pt x="211" y="122"/>
                      </a:cubicBezTo>
                      <a:cubicBezTo>
                        <a:pt x="211" y="129"/>
                        <a:pt x="214" y="135"/>
                        <a:pt x="217" y="140"/>
                      </a:cubicBezTo>
                      <a:cubicBezTo>
                        <a:pt x="218" y="143"/>
                        <a:pt x="221" y="147"/>
                        <a:pt x="221" y="148"/>
                      </a:cubicBezTo>
                      <a:cubicBezTo>
                        <a:pt x="220" y="150"/>
                        <a:pt x="216" y="152"/>
                        <a:pt x="213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5" name="Freeform 678">
                  <a:extLst>
                    <a:ext uri="{FF2B5EF4-FFF2-40B4-BE49-F238E27FC236}">
                      <a16:creationId xmlns:a16="http://schemas.microsoft.com/office/drawing/2014/main" id="{26A56FB7-A133-945F-D29D-9D2B7EAA7DA0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717" y="2787"/>
                  <a:ext cx="71" cy="71"/>
                </a:xfrm>
                <a:custGeom>
                  <a:avLst/>
                  <a:gdLst>
                    <a:gd name="T0" fmla="*/ 54 w 107"/>
                    <a:gd name="T1" fmla="*/ 0 h 106"/>
                    <a:gd name="T2" fmla="*/ 0 w 107"/>
                    <a:gd name="T3" fmla="*/ 53 h 106"/>
                    <a:gd name="T4" fmla="*/ 54 w 107"/>
                    <a:gd name="T5" fmla="*/ 106 h 106"/>
                    <a:gd name="T6" fmla="*/ 107 w 107"/>
                    <a:gd name="T7" fmla="*/ 53 h 106"/>
                    <a:gd name="T8" fmla="*/ 54 w 107"/>
                    <a:gd name="T9" fmla="*/ 0 h 106"/>
                    <a:gd name="T10" fmla="*/ 54 w 107"/>
                    <a:gd name="T11" fmla="*/ 85 h 106"/>
                    <a:gd name="T12" fmla="*/ 22 w 107"/>
                    <a:gd name="T13" fmla="*/ 53 h 106"/>
                    <a:gd name="T14" fmla="*/ 54 w 107"/>
                    <a:gd name="T15" fmla="*/ 21 h 106"/>
                    <a:gd name="T16" fmla="*/ 86 w 107"/>
                    <a:gd name="T17" fmla="*/ 53 h 106"/>
                    <a:gd name="T18" fmla="*/ 54 w 107"/>
                    <a:gd name="T19" fmla="*/ 8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" h="106">
                      <a:moveTo>
                        <a:pt x="54" y="0"/>
                      </a:moveTo>
                      <a:cubicBezTo>
                        <a:pt x="24" y="0"/>
                        <a:pt x="0" y="24"/>
                        <a:pt x="0" y="53"/>
                      </a:cubicBezTo>
                      <a:cubicBezTo>
                        <a:pt x="0" y="82"/>
                        <a:pt x="24" y="106"/>
                        <a:pt x="54" y="106"/>
                      </a:cubicBezTo>
                      <a:cubicBezTo>
                        <a:pt x="83" y="106"/>
                        <a:pt x="107" y="82"/>
                        <a:pt x="107" y="53"/>
                      </a:cubicBezTo>
                      <a:cubicBezTo>
                        <a:pt x="107" y="24"/>
                        <a:pt x="83" y="0"/>
                        <a:pt x="54" y="0"/>
                      </a:cubicBezTo>
                      <a:close/>
                      <a:moveTo>
                        <a:pt x="54" y="85"/>
                      </a:moveTo>
                      <a:cubicBezTo>
                        <a:pt x="36" y="85"/>
                        <a:pt x="22" y="71"/>
                        <a:pt x="22" y="53"/>
                      </a:cubicBezTo>
                      <a:cubicBezTo>
                        <a:pt x="22" y="35"/>
                        <a:pt x="36" y="21"/>
                        <a:pt x="54" y="21"/>
                      </a:cubicBezTo>
                      <a:cubicBezTo>
                        <a:pt x="71" y="21"/>
                        <a:pt x="86" y="35"/>
                        <a:pt x="86" y="53"/>
                      </a:cubicBezTo>
                      <a:cubicBezTo>
                        <a:pt x="86" y="71"/>
                        <a:pt x="71" y="85"/>
                        <a:pt x="54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9E8D80-658D-64FF-C2DF-8D74BAFD50EB}"/>
                  </a:ext>
                </a:extLst>
              </p:cNvPr>
              <p:cNvSpPr txBox="1"/>
              <p:nvPr userDrawn="1"/>
            </p:nvSpPr>
            <p:spPr>
              <a:xfrm>
                <a:off x="6337815" y="3170542"/>
                <a:ext cx="532872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spcBef>
                    <a:spcPts val="600"/>
                  </a:spcBef>
                  <a:buSzPct val="100000"/>
                  <a:buFont typeface="Arial"/>
                  <a:buNone/>
                </a:pPr>
                <a:r>
                  <a:rPr lang="en-GB" sz="1200" b="1">
                    <a:latin typeface="Calibri" panose="020F0502020204030204" pitchFamily="34" charset="0"/>
                    <a:cs typeface="Calibri" panose="020F0502020204030204" pitchFamily="34" charset="0"/>
                  </a:rPr>
                  <a:t>Relevant experience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91CEF7-AFBB-2A40-3D30-ED98BE06B550}"/>
              </a:ext>
            </a:extLst>
          </p:cNvPr>
          <p:cNvGrpSpPr/>
          <p:nvPr/>
        </p:nvGrpSpPr>
        <p:grpSpPr>
          <a:xfrm>
            <a:off x="5913061" y="5640922"/>
            <a:ext cx="5890679" cy="367041"/>
            <a:chOff x="5913061" y="5560265"/>
            <a:chExt cx="5890679" cy="367041"/>
          </a:xfrm>
        </p:grpSpPr>
        <p:grpSp>
          <p:nvGrpSpPr>
            <p:cNvPr id="27" name="Group 192">
              <a:extLst>
                <a:ext uri="{FF2B5EF4-FFF2-40B4-BE49-F238E27FC236}">
                  <a16:creationId xmlns:a16="http://schemas.microsoft.com/office/drawing/2014/main" id="{E9357A6B-0FAE-BE9B-8026-94FA1E982AF6}"/>
                </a:ext>
              </a:extLst>
            </p:cNvPr>
            <p:cNvGrpSpPr>
              <a:grpSpLocks noChangeAspect="1"/>
            </p:cNvGrpSpPr>
            <p:nvPr userDrawn="1"/>
          </p:nvGrpSpPr>
          <p:grpSpPr bwMode="gray">
            <a:xfrm>
              <a:off x="5913061" y="5560265"/>
              <a:ext cx="367041" cy="367041"/>
              <a:chOff x="378" y="713"/>
              <a:chExt cx="340" cy="340"/>
            </a:xfrm>
            <a:solidFill>
              <a:schemeClr val="accent1"/>
            </a:solidFill>
          </p:grpSpPr>
          <p:sp>
            <p:nvSpPr>
              <p:cNvPr id="30" name="Freeform 193">
                <a:extLst>
                  <a:ext uri="{FF2B5EF4-FFF2-40B4-BE49-F238E27FC236}">
                    <a16:creationId xmlns:a16="http://schemas.microsoft.com/office/drawing/2014/main" id="{688E005B-B8C2-3B22-BC94-006ED66BF595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378" y="713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194">
                <a:extLst>
                  <a:ext uri="{FF2B5EF4-FFF2-40B4-BE49-F238E27FC236}">
                    <a16:creationId xmlns:a16="http://schemas.microsoft.com/office/drawing/2014/main" id="{D149845F-F452-2135-53D7-D18CA5E92837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442" y="812"/>
                <a:ext cx="212" cy="157"/>
              </a:xfrm>
              <a:custGeom>
                <a:avLst/>
                <a:gdLst>
                  <a:gd name="T0" fmla="*/ 309 w 320"/>
                  <a:gd name="T1" fmla="*/ 21 h 236"/>
                  <a:gd name="T2" fmla="*/ 309 w 320"/>
                  <a:gd name="T3" fmla="*/ 0 h 236"/>
                  <a:gd name="T4" fmla="*/ 288 w 320"/>
                  <a:gd name="T5" fmla="*/ 11 h 236"/>
                  <a:gd name="T6" fmla="*/ 247 w 320"/>
                  <a:gd name="T7" fmla="*/ 32 h 236"/>
                  <a:gd name="T8" fmla="*/ 165 w 320"/>
                  <a:gd name="T9" fmla="*/ 12 h 236"/>
                  <a:gd name="T10" fmla="*/ 128 w 320"/>
                  <a:gd name="T11" fmla="*/ 32 h 236"/>
                  <a:gd name="T12" fmla="*/ 32 w 320"/>
                  <a:gd name="T13" fmla="*/ 11 h 236"/>
                  <a:gd name="T14" fmla="*/ 10 w 320"/>
                  <a:gd name="T15" fmla="*/ 0 h 236"/>
                  <a:gd name="T16" fmla="*/ 10 w 320"/>
                  <a:gd name="T17" fmla="*/ 21 h 236"/>
                  <a:gd name="T18" fmla="*/ 0 w 320"/>
                  <a:gd name="T19" fmla="*/ 181 h 236"/>
                  <a:gd name="T20" fmla="*/ 21 w 320"/>
                  <a:gd name="T21" fmla="*/ 192 h 236"/>
                  <a:gd name="T22" fmla="*/ 32 w 320"/>
                  <a:gd name="T23" fmla="*/ 171 h 236"/>
                  <a:gd name="T24" fmla="*/ 76 w 320"/>
                  <a:gd name="T25" fmla="*/ 219 h 236"/>
                  <a:gd name="T26" fmla="*/ 121 w 320"/>
                  <a:gd name="T27" fmla="*/ 232 h 236"/>
                  <a:gd name="T28" fmla="*/ 154 w 320"/>
                  <a:gd name="T29" fmla="*/ 235 h 236"/>
                  <a:gd name="T30" fmla="*/ 181 w 320"/>
                  <a:gd name="T31" fmla="*/ 221 h 236"/>
                  <a:gd name="T32" fmla="*/ 222 w 320"/>
                  <a:gd name="T33" fmla="*/ 227 h 236"/>
                  <a:gd name="T34" fmla="*/ 242 w 320"/>
                  <a:gd name="T35" fmla="*/ 210 h 236"/>
                  <a:gd name="T36" fmla="*/ 275 w 320"/>
                  <a:gd name="T37" fmla="*/ 185 h 236"/>
                  <a:gd name="T38" fmla="*/ 288 w 320"/>
                  <a:gd name="T39" fmla="*/ 171 h 236"/>
                  <a:gd name="T40" fmla="*/ 298 w 320"/>
                  <a:gd name="T41" fmla="*/ 192 h 236"/>
                  <a:gd name="T42" fmla="*/ 320 w 320"/>
                  <a:gd name="T43" fmla="*/ 181 h 236"/>
                  <a:gd name="T44" fmla="*/ 254 w 320"/>
                  <a:gd name="T45" fmla="*/ 179 h 236"/>
                  <a:gd name="T46" fmla="*/ 239 w 320"/>
                  <a:gd name="T47" fmla="*/ 188 h 236"/>
                  <a:gd name="T48" fmla="*/ 232 w 320"/>
                  <a:gd name="T49" fmla="*/ 183 h 236"/>
                  <a:gd name="T50" fmla="*/ 198 w 320"/>
                  <a:gd name="T51" fmla="*/ 125 h 236"/>
                  <a:gd name="T52" fmla="*/ 179 w 320"/>
                  <a:gd name="T53" fmla="*/ 135 h 236"/>
                  <a:gd name="T54" fmla="*/ 214 w 320"/>
                  <a:gd name="T55" fmla="*/ 194 h 236"/>
                  <a:gd name="T56" fmla="*/ 194 w 320"/>
                  <a:gd name="T57" fmla="*/ 204 h 236"/>
                  <a:gd name="T58" fmla="*/ 147 w 320"/>
                  <a:gd name="T59" fmla="*/ 147 h 236"/>
                  <a:gd name="T60" fmla="*/ 164 w 320"/>
                  <a:gd name="T61" fmla="*/ 196 h 236"/>
                  <a:gd name="T62" fmla="*/ 160 w 320"/>
                  <a:gd name="T63" fmla="*/ 212 h 236"/>
                  <a:gd name="T64" fmla="*/ 143 w 320"/>
                  <a:gd name="T65" fmla="*/ 208 h 236"/>
                  <a:gd name="T66" fmla="*/ 132 w 320"/>
                  <a:gd name="T67" fmla="*/ 188 h 236"/>
                  <a:gd name="T68" fmla="*/ 124 w 320"/>
                  <a:gd name="T69" fmla="*/ 176 h 236"/>
                  <a:gd name="T70" fmla="*/ 106 w 320"/>
                  <a:gd name="T71" fmla="*/ 188 h 236"/>
                  <a:gd name="T72" fmla="*/ 111 w 320"/>
                  <a:gd name="T73" fmla="*/ 214 h 236"/>
                  <a:gd name="T74" fmla="*/ 62 w 320"/>
                  <a:gd name="T75" fmla="*/ 155 h 236"/>
                  <a:gd name="T76" fmla="*/ 32 w 320"/>
                  <a:gd name="T77" fmla="*/ 149 h 236"/>
                  <a:gd name="T78" fmla="*/ 88 w 320"/>
                  <a:gd name="T79" fmla="*/ 53 h 236"/>
                  <a:gd name="T80" fmla="*/ 64 w 320"/>
                  <a:gd name="T81" fmla="*/ 85 h 236"/>
                  <a:gd name="T82" fmla="*/ 97 w 320"/>
                  <a:gd name="T83" fmla="*/ 117 h 236"/>
                  <a:gd name="T84" fmla="*/ 253 w 320"/>
                  <a:gd name="T85" fmla="*/ 170 h 236"/>
                  <a:gd name="T86" fmla="*/ 288 w 320"/>
                  <a:gd name="T87" fmla="*/ 149 h 236"/>
                  <a:gd name="T88" fmla="*/ 265 w 320"/>
                  <a:gd name="T89" fmla="*/ 150 h 236"/>
                  <a:gd name="T90" fmla="*/ 215 w 320"/>
                  <a:gd name="T91" fmla="*/ 76 h 236"/>
                  <a:gd name="T92" fmla="*/ 88 w 320"/>
                  <a:gd name="T93" fmla="*/ 95 h 236"/>
                  <a:gd name="T94" fmla="*/ 90 w 320"/>
                  <a:gd name="T95" fmla="*/ 77 h 236"/>
                  <a:gd name="T96" fmla="*/ 242 w 320"/>
                  <a:gd name="T97" fmla="*/ 53 h 236"/>
                  <a:gd name="T98" fmla="*/ 288 w 320"/>
                  <a:gd name="T99" fmla="*/ 5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20" h="236">
                    <a:moveTo>
                      <a:pt x="309" y="171"/>
                    </a:moveTo>
                    <a:cubicBezTo>
                      <a:pt x="309" y="21"/>
                      <a:pt x="309" y="21"/>
                      <a:pt x="309" y="21"/>
                    </a:cubicBezTo>
                    <a:cubicBezTo>
                      <a:pt x="315" y="21"/>
                      <a:pt x="320" y="17"/>
                      <a:pt x="320" y="11"/>
                    </a:cubicBezTo>
                    <a:cubicBezTo>
                      <a:pt x="320" y="5"/>
                      <a:pt x="315" y="0"/>
                      <a:pt x="309" y="0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292" y="0"/>
                      <a:pt x="288" y="5"/>
                      <a:pt x="288" y="11"/>
                    </a:cubicBezTo>
                    <a:cubicBezTo>
                      <a:pt x="288" y="32"/>
                      <a:pt x="288" y="32"/>
                      <a:pt x="288" y="32"/>
                    </a:cubicBezTo>
                    <a:cubicBezTo>
                      <a:pt x="247" y="32"/>
                      <a:pt x="247" y="32"/>
                      <a:pt x="247" y="32"/>
                    </a:cubicBezTo>
                    <a:cubicBezTo>
                      <a:pt x="173" y="11"/>
                      <a:pt x="173" y="11"/>
                      <a:pt x="173" y="11"/>
                    </a:cubicBezTo>
                    <a:cubicBezTo>
                      <a:pt x="171" y="10"/>
                      <a:pt x="168" y="11"/>
                      <a:pt x="165" y="1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5"/>
                      <a:pt x="27" y="0"/>
                      <a:pt x="2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ubicBezTo>
                      <a:pt x="10" y="171"/>
                      <a:pt x="10" y="171"/>
                      <a:pt x="10" y="171"/>
                    </a:cubicBezTo>
                    <a:cubicBezTo>
                      <a:pt x="4" y="171"/>
                      <a:pt x="0" y="175"/>
                      <a:pt x="0" y="181"/>
                    </a:cubicBezTo>
                    <a:cubicBezTo>
                      <a:pt x="0" y="187"/>
                      <a:pt x="4" y="192"/>
                      <a:pt x="10" y="192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27" y="192"/>
                      <a:pt x="32" y="187"/>
                      <a:pt x="32" y="181"/>
                    </a:cubicBezTo>
                    <a:cubicBezTo>
                      <a:pt x="32" y="171"/>
                      <a:pt x="32" y="171"/>
                      <a:pt x="32" y="171"/>
                    </a:cubicBezTo>
                    <a:cubicBezTo>
                      <a:pt x="47" y="171"/>
                      <a:pt x="47" y="171"/>
                      <a:pt x="47" y="171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82" y="230"/>
                      <a:pt x="94" y="236"/>
                      <a:pt x="106" y="236"/>
                    </a:cubicBezTo>
                    <a:cubicBezTo>
                      <a:pt x="111" y="236"/>
                      <a:pt x="116" y="235"/>
                      <a:pt x="121" y="232"/>
                    </a:cubicBezTo>
                    <a:cubicBezTo>
                      <a:pt x="125" y="230"/>
                      <a:pt x="128" y="227"/>
                      <a:pt x="130" y="225"/>
                    </a:cubicBezTo>
                    <a:cubicBezTo>
                      <a:pt x="136" y="231"/>
                      <a:pt x="145" y="235"/>
                      <a:pt x="154" y="235"/>
                    </a:cubicBezTo>
                    <a:cubicBezTo>
                      <a:pt x="160" y="235"/>
                      <a:pt x="165" y="233"/>
                      <a:pt x="171" y="230"/>
                    </a:cubicBezTo>
                    <a:cubicBezTo>
                      <a:pt x="175" y="228"/>
                      <a:pt x="178" y="225"/>
                      <a:pt x="181" y="221"/>
                    </a:cubicBezTo>
                    <a:cubicBezTo>
                      <a:pt x="187" y="228"/>
                      <a:pt x="196" y="232"/>
                      <a:pt x="205" y="232"/>
                    </a:cubicBezTo>
                    <a:cubicBezTo>
                      <a:pt x="211" y="232"/>
                      <a:pt x="217" y="231"/>
                      <a:pt x="222" y="227"/>
                    </a:cubicBezTo>
                    <a:cubicBezTo>
                      <a:pt x="229" y="223"/>
                      <a:pt x="234" y="216"/>
                      <a:pt x="236" y="209"/>
                    </a:cubicBezTo>
                    <a:cubicBezTo>
                      <a:pt x="238" y="209"/>
                      <a:pt x="240" y="210"/>
                      <a:pt x="242" y="210"/>
                    </a:cubicBezTo>
                    <a:cubicBezTo>
                      <a:pt x="248" y="210"/>
                      <a:pt x="254" y="208"/>
                      <a:pt x="259" y="205"/>
                    </a:cubicBezTo>
                    <a:cubicBezTo>
                      <a:pt x="267" y="201"/>
                      <a:pt x="272" y="193"/>
                      <a:pt x="275" y="185"/>
                    </a:cubicBezTo>
                    <a:cubicBezTo>
                      <a:pt x="276" y="180"/>
                      <a:pt x="276" y="175"/>
                      <a:pt x="275" y="171"/>
                    </a:cubicBezTo>
                    <a:cubicBezTo>
                      <a:pt x="288" y="171"/>
                      <a:pt x="288" y="171"/>
                      <a:pt x="288" y="171"/>
                    </a:cubicBezTo>
                    <a:cubicBezTo>
                      <a:pt x="288" y="181"/>
                      <a:pt x="288" y="181"/>
                      <a:pt x="288" y="181"/>
                    </a:cubicBezTo>
                    <a:cubicBezTo>
                      <a:pt x="288" y="187"/>
                      <a:pt x="292" y="192"/>
                      <a:pt x="298" y="192"/>
                    </a:cubicBezTo>
                    <a:cubicBezTo>
                      <a:pt x="309" y="192"/>
                      <a:pt x="309" y="192"/>
                      <a:pt x="309" y="192"/>
                    </a:cubicBezTo>
                    <a:cubicBezTo>
                      <a:pt x="315" y="192"/>
                      <a:pt x="320" y="187"/>
                      <a:pt x="320" y="181"/>
                    </a:cubicBezTo>
                    <a:cubicBezTo>
                      <a:pt x="320" y="175"/>
                      <a:pt x="315" y="171"/>
                      <a:pt x="309" y="171"/>
                    </a:cubicBezTo>
                    <a:close/>
                    <a:moveTo>
                      <a:pt x="254" y="179"/>
                    </a:moveTo>
                    <a:cubicBezTo>
                      <a:pt x="253" y="183"/>
                      <a:pt x="251" y="185"/>
                      <a:pt x="248" y="187"/>
                    </a:cubicBezTo>
                    <a:cubicBezTo>
                      <a:pt x="246" y="188"/>
                      <a:pt x="242" y="189"/>
                      <a:pt x="239" y="188"/>
                    </a:cubicBezTo>
                    <a:cubicBezTo>
                      <a:pt x="236" y="187"/>
                      <a:pt x="234" y="185"/>
                      <a:pt x="232" y="183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32" y="183"/>
                      <a:pt x="232" y="183"/>
                      <a:pt x="232" y="182"/>
                    </a:cubicBezTo>
                    <a:cubicBezTo>
                      <a:pt x="198" y="125"/>
                      <a:pt x="198" y="125"/>
                      <a:pt x="198" y="125"/>
                    </a:cubicBezTo>
                    <a:cubicBezTo>
                      <a:pt x="195" y="119"/>
                      <a:pt x="188" y="118"/>
                      <a:pt x="183" y="121"/>
                    </a:cubicBezTo>
                    <a:cubicBezTo>
                      <a:pt x="178" y="124"/>
                      <a:pt x="176" y="130"/>
                      <a:pt x="179" y="135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7" y="199"/>
                      <a:pt x="217" y="206"/>
                      <a:pt x="211" y="209"/>
                    </a:cubicBezTo>
                    <a:cubicBezTo>
                      <a:pt x="205" y="212"/>
                      <a:pt x="198" y="210"/>
                      <a:pt x="194" y="204"/>
                    </a:cubicBezTo>
                    <a:cubicBezTo>
                      <a:pt x="162" y="151"/>
                      <a:pt x="162" y="151"/>
                      <a:pt x="162" y="151"/>
                    </a:cubicBezTo>
                    <a:cubicBezTo>
                      <a:pt x="159" y="146"/>
                      <a:pt x="153" y="144"/>
                      <a:pt x="147" y="147"/>
                    </a:cubicBezTo>
                    <a:cubicBezTo>
                      <a:pt x="142" y="150"/>
                      <a:pt x="141" y="157"/>
                      <a:pt x="144" y="162"/>
                    </a:cubicBezTo>
                    <a:cubicBezTo>
                      <a:pt x="164" y="196"/>
                      <a:pt x="164" y="196"/>
                      <a:pt x="164" y="196"/>
                    </a:cubicBezTo>
                    <a:cubicBezTo>
                      <a:pt x="166" y="198"/>
                      <a:pt x="166" y="201"/>
                      <a:pt x="165" y="204"/>
                    </a:cubicBezTo>
                    <a:cubicBezTo>
                      <a:pt x="165" y="207"/>
                      <a:pt x="163" y="210"/>
                      <a:pt x="160" y="212"/>
                    </a:cubicBezTo>
                    <a:cubicBezTo>
                      <a:pt x="154" y="215"/>
                      <a:pt x="147" y="213"/>
                      <a:pt x="143" y="208"/>
                    </a:cubicBezTo>
                    <a:cubicBezTo>
                      <a:pt x="143" y="208"/>
                      <a:pt x="143" y="208"/>
                      <a:pt x="143" y="20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21" y="171"/>
                      <a:pt x="114" y="170"/>
                      <a:pt x="110" y="173"/>
                    </a:cubicBezTo>
                    <a:cubicBezTo>
                      <a:pt x="105" y="176"/>
                      <a:pt x="103" y="183"/>
                      <a:pt x="106" y="188"/>
                    </a:cubicBezTo>
                    <a:cubicBezTo>
                      <a:pt x="114" y="199"/>
                      <a:pt x="114" y="199"/>
                      <a:pt x="114" y="199"/>
                    </a:cubicBezTo>
                    <a:cubicBezTo>
                      <a:pt x="115" y="201"/>
                      <a:pt x="118" y="209"/>
                      <a:pt x="111" y="214"/>
                    </a:cubicBezTo>
                    <a:cubicBezTo>
                      <a:pt x="105" y="217"/>
                      <a:pt x="97" y="213"/>
                      <a:pt x="94" y="208"/>
                    </a:cubicBezTo>
                    <a:cubicBezTo>
                      <a:pt x="62" y="155"/>
                      <a:pt x="62" y="155"/>
                      <a:pt x="62" y="155"/>
                    </a:cubicBezTo>
                    <a:cubicBezTo>
                      <a:pt x="60" y="151"/>
                      <a:pt x="57" y="149"/>
                      <a:pt x="53" y="149"/>
                    </a:cubicBezTo>
                    <a:cubicBezTo>
                      <a:pt x="32" y="149"/>
                      <a:pt x="32" y="149"/>
                      <a:pt x="32" y="149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88" y="53"/>
                      <a:pt x="88" y="53"/>
                      <a:pt x="88" y="53"/>
                    </a:cubicBezTo>
                    <a:cubicBezTo>
                      <a:pt x="80" y="58"/>
                      <a:pt x="80" y="58"/>
                      <a:pt x="80" y="58"/>
                    </a:cubicBezTo>
                    <a:cubicBezTo>
                      <a:pt x="70" y="64"/>
                      <a:pt x="64" y="74"/>
                      <a:pt x="64" y="85"/>
                    </a:cubicBezTo>
                    <a:cubicBezTo>
                      <a:pt x="64" y="95"/>
                      <a:pt x="68" y="105"/>
                      <a:pt x="74" y="111"/>
                    </a:cubicBezTo>
                    <a:cubicBezTo>
                      <a:pt x="81" y="116"/>
                      <a:pt x="89" y="118"/>
                      <a:pt x="97" y="117"/>
                    </a:cubicBezTo>
                    <a:cubicBezTo>
                      <a:pt x="211" y="98"/>
                      <a:pt x="211" y="98"/>
                      <a:pt x="211" y="98"/>
                    </a:cubicBezTo>
                    <a:cubicBezTo>
                      <a:pt x="253" y="170"/>
                      <a:pt x="253" y="170"/>
                      <a:pt x="253" y="170"/>
                    </a:cubicBezTo>
                    <a:cubicBezTo>
                      <a:pt x="254" y="173"/>
                      <a:pt x="255" y="176"/>
                      <a:pt x="254" y="179"/>
                    </a:cubicBezTo>
                    <a:close/>
                    <a:moveTo>
                      <a:pt x="288" y="149"/>
                    </a:moveTo>
                    <a:cubicBezTo>
                      <a:pt x="266" y="149"/>
                      <a:pt x="266" y="149"/>
                      <a:pt x="266" y="149"/>
                    </a:cubicBezTo>
                    <a:cubicBezTo>
                      <a:pt x="266" y="149"/>
                      <a:pt x="266" y="150"/>
                      <a:pt x="265" y="150"/>
                    </a:cubicBezTo>
                    <a:cubicBezTo>
                      <a:pt x="226" y="81"/>
                      <a:pt x="226" y="81"/>
                      <a:pt x="226" y="81"/>
                    </a:cubicBezTo>
                    <a:cubicBezTo>
                      <a:pt x="224" y="77"/>
                      <a:pt x="220" y="75"/>
                      <a:pt x="215" y="76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1" y="97"/>
                      <a:pt x="89" y="96"/>
                      <a:pt x="88" y="95"/>
                    </a:cubicBezTo>
                    <a:cubicBezTo>
                      <a:pt x="86" y="93"/>
                      <a:pt x="85" y="89"/>
                      <a:pt x="85" y="85"/>
                    </a:cubicBezTo>
                    <a:cubicBezTo>
                      <a:pt x="85" y="80"/>
                      <a:pt x="88" y="78"/>
                      <a:pt x="90" y="77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242" y="53"/>
                      <a:pt x="242" y="53"/>
                      <a:pt x="242" y="53"/>
                    </a:cubicBezTo>
                    <a:cubicBezTo>
                      <a:pt x="243" y="53"/>
                      <a:pt x="244" y="53"/>
                      <a:pt x="245" y="53"/>
                    </a:cubicBezTo>
                    <a:cubicBezTo>
                      <a:pt x="288" y="53"/>
                      <a:pt x="288" y="53"/>
                      <a:pt x="288" y="53"/>
                    </a:cubicBezTo>
                    <a:lnTo>
                      <a:pt x="288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044720D-E28E-16B5-8B33-3C83BDD32FB6}"/>
                </a:ext>
              </a:extLst>
            </p:cNvPr>
            <p:cNvCxnSpPr/>
            <p:nvPr userDrawn="1"/>
          </p:nvCxnSpPr>
          <p:spPr>
            <a:xfrm>
              <a:off x="6337448" y="5852230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4EFE5A-AB65-3F19-ABC1-202EB299F931}"/>
                </a:ext>
              </a:extLst>
            </p:cNvPr>
            <p:cNvSpPr txBox="1"/>
            <p:nvPr userDrawn="1"/>
          </p:nvSpPr>
          <p:spPr>
            <a:xfrm>
              <a:off x="6337813" y="5651452"/>
              <a:ext cx="546592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GB" sz="1200" b="1">
                  <a:latin typeface="Calibri" panose="020F0502020204030204" pitchFamily="34" charset="0"/>
                  <a:cs typeface="Calibri" panose="020F0502020204030204" pitchFamily="34" charset="0"/>
                </a:rPr>
                <a:t>Selected</a:t>
              </a:r>
              <a:r>
                <a:rPr lang="en-GB" sz="1200" b="1" baseline="0">
                  <a:latin typeface="Calibri" panose="020F0502020204030204" pitchFamily="34" charset="0"/>
                  <a:cs typeface="Calibri" panose="020F0502020204030204" pitchFamily="34" charset="0"/>
                </a:rPr>
                <a:t> Clients</a:t>
              </a:r>
              <a:endParaRPr lang="en-GB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32656E-1DD6-DC44-1A0D-580FCC996660}"/>
              </a:ext>
            </a:extLst>
          </p:cNvPr>
          <p:cNvGrpSpPr/>
          <p:nvPr/>
        </p:nvGrpSpPr>
        <p:grpSpPr>
          <a:xfrm>
            <a:off x="5911051" y="1180882"/>
            <a:ext cx="5893541" cy="369021"/>
            <a:chOff x="5911051" y="1613249"/>
            <a:chExt cx="5893541" cy="36902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671C42-A380-2266-E9ED-2512539FB866}"/>
                </a:ext>
              </a:extLst>
            </p:cNvPr>
            <p:cNvCxnSpPr/>
            <p:nvPr userDrawn="1"/>
          </p:nvCxnSpPr>
          <p:spPr>
            <a:xfrm>
              <a:off x="6335918" y="1906203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51523F-DABA-8C8F-043E-757AA0BDDEBE}"/>
                </a:ext>
              </a:extLst>
            </p:cNvPr>
            <p:cNvSpPr txBox="1"/>
            <p:nvPr userDrawn="1"/>
          </p:nvSpPr>
          <p:spPr>
            <a:xfrm>
              <a:off x="6337814" y="1705426"/>
              <a:ext cx="546677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de-DE" sz="1200" b="1" noProof="0">
                  <a:latin typeface="Calibri" panose="020F0502020204030204" pitchFamily="34" charset="0"/>
                  <a:cs typeface="Calibri" panose="020F0502020204030204" pitchFamily="34" charset="0"/>
                </a:rPr>
                <a:t>Summary of professional experience</a:t>
              </a:r>
            </a:p>
          </p:txBody>
        </p:sp>
        <p:grpSp>
          <p:nvGrpSpPr>
            <p:cNvPr id="35" name="Group 555">
              <a:extLst>
                <a:ext uri="{FF2B5EF4-FFF2-40B4-BE49-F238E27FC236}">
                  <a16:creationId xmlns:a16="http://schemas.microsoft.com/office/drawing/2014/main" id="{43025536-0769-F994-711E-94F43D95C086}"/>
                </a:ext>
              </a:extLst>
            </p:cNvPr>
            <p:cNvGrpSpPr>
              <a:grpSpLocks noChangeAspect="1"/>
            </p:cNvGrpSpPr>
            <p:nvPr userDrawn="1"/>
          </p:nvGrpSpPr>
          <p:grpSpPr bwMode="gray">
            <a:xfrm>
              <a:off x="5911051" y="1613249"/>
              <a:ext cx="370106" cy="369021"/>
              <a:chOff x="1130" y="1948"/>
              <a:chExt cx="341" cy="340"/>
            </a:xfrm>
            <a:solidFill>
              <a:schemeClr val="accent1"/>
            </a:solidFill>
          </p:grpSpPr>
          <p:sp>
            <p:nvSpPr>
              <p:cNvPr id="36" name="Freeform 556">
                <a:extLst>
                  <a:ext uri="{FF2B5EF4-FFF2-40B4-BE49-F238E27FC236}">
                    <a16:creationId xmlns:a16="http://schemas.microsoft.com/office/drawing/2014/main" id="{694182D4-ED47-A7EF-21B0-F954D4E58A11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1130" y="1948"/>
                <a:ext cx="341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7" name="Freeform 557">
                <a:extLst>
                  <a:ext uri="{FF2B5EF4-FFF2-40B4-BE49-F238E27FC236}">
                    <a16:creationId xmlns:a16="http://schemas.microsoft.com/office/drawing/2014/main" id="{D020ADF2-5CCF-EC0E-EBE8-5C450613EB3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322" y="2068"/>
                <a:ext cx="85" cy="14"/>
              </a:xfrm>
              <a:custGeom>
                <a:avLst/>
                <a:gdLst>
                  <a:gd name="T0" fmla="*/ 10 w 128"/>
                  <a:gd name="T1" fmla="*/ 21 h 21"/>
                  <a:gd name="T2" fmla="*/ 117 w 128"/>
                  <a:gd name="T3" fmla="*/ 21 h 21"/>
                  <a:gd name="T4" fmla="*/ 128 w 128"/>
                  <a:gd name="T5" fmla="*/ 11 h 21"/>
                  <a:gd name="T6" fmla="*/ 117 w 128"/>
                  <a:gd name="T7" fmla="*/ 0 h 21"/>
                  <a:gd name="T8" fmla="*/ 10 w 128"/>
                  <a:gd name="T9" fmla="*/ 0 h 21"/>
                  <a:gd name="T10" fmla="*/ 0 w 128"/>
                  <a:gd name="T11" fmla="*/ 11 h 21"/>
                  <a:gd name="T12" fmla="*/ 10 w 128"/>
                  <a:gd name="T1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0" y="21"/>
                    </a:move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" name="Freeform 558">
                <a:extLst>
                  <a:ext uri="{FF2B5EF4-FFF2-40B4-BE49-F238E27FC236}">
                    <a16:creationId xmlns:a16="http://schemas.microsoft.com/office/drawing/2014/main" id="{CC52DA50-BDAA-1716-CDB2-7E41997E9D8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322" y="2097"/>
                <a:ext cx="85" cy="14"/>
              </a:xfrm>
              <a:custGeom>
                <a:avLst/>
                <a:gdLst>
                  <a:gd name="T0" fmla="*/ 117 w 128"/>
                  <a:gd name="T1" fmla="*/ 0 h 21"/>
                  <a:gd name="T2" fmla="*/ 10 w 128"/>
                  <a:gd name="T3" fmla="*/ 0 h 21"/>
                  <a:gd name="T4" fmla="*/ 0 w 128"/>
                  <a:gd name="T5" fmla="*/ 10 h 21"/>
                  <a:gd name="T6" fmla="*/ 10 w 128"/>
                  <a:gd name="T7" fmla="*/ 21 h 21"/>
                  <a:gd name="T8" fmla="*/ 117 w 128"/>
                  <a:gd name="T9" fmla="*/ 21 h 21"/>
                  <a:gd name="T10" fmla="*/ 128 w 128"/>
                  <a:gd name="T11" fmla="*/ 10 h 21"/>
                  <a:gd name="T12" fmla="*/ 117 w 128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1"/>
                      <a:pt x="10" y="21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6"/>
                      <a:pt x="128" y="10"/>
                    </a:cubicBezTo>
                    <a:cubicBezTo>
                      <a:pt x="128" y="4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" name="Freeform 559">
                <a:extLst>
                  <a:ext uri="{FF2B5EF4-FFF2-40B4-BE49-F238E27FC236}">
                    <a16:creationId xmlns:a16="http://schemas.microsoft.com/office/drawing/2014/main" id="{02BF7EAD-5FDB-AB53-12C5-781ED13AF06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322" y="2125"/>
                <a:ext cx="85" cy="14"/>
              </a:xfrm>
              <a:custGeom>
                <a:avLst/>
                <a:gdLst>
                  <a:gd name="T0" fmla="*/ 117 w 128"/>
                  <a:gd name="T1" fmla="*/ 0 h 22"/>
                  <a:gd name="T2" fmla="*/ 10 w 128"/>
                  <a:gd name="T3" fmla="*/ 0 h 22"/>
                  <a:gd name="T4" fmla="*/ 0 w 128"/>
                  <a:gd name="T5" fmla="*/ 11 h 22"/>
                  <a:gd name="T6" fmla="*/ 10 w 128"/>
                  <a:gd name="T7" fmla="*/ 22 h 22"/>
                  <a:gd name="T8" fmla="*/ 117 w 128"/>
                  <a:gd name="T9" fmla="*/ 22 h 22"/>
                  <a:gd name="T10" fmla="*/ 128 w 128"/>
                  <a:gd name="T11" fmla="*/ 11 h 22"/>
                  <a:gd name="T12" fmla="*/ 117 w 128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2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2"/>
                      <a:pt x="10" y="22"/>
                    </a:cubicBezTo>
                    <a:cubicBezTo>
                      <a:pt x="117" y="22"/>
                      <a:pt x="117" y="22"/>
                      <a:pt x="117" y="22"/>
                    </a:cubicBezTo>
                    <a:cubicBezTo>
                      <a:pt x="123" y="22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" name="Freeform 560">
                <a:extLst>
                  <a:ext uri="{FF2B5EF4-FFF2-40B4-BE49-F238E27FC236}">
                    <a16:creationId xmlns:a16="http://schemas.microsoft.com/office/drawing/2014/main" id="{2145DE41-8C58-0F9E-A122-5FC02F4B052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193" y="2051"/>
                <a:ext cx="143" cy="139"/>
              </a:xfrm>
              <a:custGeom>
                <a:avLst/>
                <a:gdLst>
                  <a:gd name="T0" fmla="*/ 209 w 216"/>
                  <a:gd name="T1" fmla="*/ 187 h 209"/>
                  <a:gd name="T2" fmla="*/ 173 w 216"/>
                  <a:gd name="T3" fmla="*/ 179 h 209"/>
                  <a:gd name="T4" fmla="*/ 156 w 216"/>
                  <a:gd name="T5" fmla="*/ 176 h 209"/>
                  <a:gd name="T6" fmla="*/ 145 w 216"/>
                  <a:gd name="T7" fmla="*/ 147 h 209"/>
                  <a:gd name="T8" fmla="*/ 167 w 216"/>
                  <a:gd name="T9" fmla="*/ 96 h 209"/>
                  <a:gd name="T10" fmla="*/ 157 w 216"/>
                  <a:gd name="T11" fmla="*/ 22 h 209"/>
                  <a:gd name="T12" fmla="*/ 109 w 216"/>
                  <a:gd name="T13" fmla="*/ 0 h 209"/>
                  <a:gd name="T14" fmla="*/ 59 w 216"/>
                  <a:gd name="T15" fmla="*/ 22 h 209"/>
                  <a:gd name="T16" fmla="*/ 50 w 216"/>
                  <a:gd name="T17" fmla="*/ 96 h 209"/>
                  <a:gd name="T18" fmla="*/ 72 w 216"/>
                  <a:gd name="T19" fmla="*/ 147 h 209"/>
                  <a:gd name="T20" fmla="*/ 61 w 216"/>
                  <a:gd name="T21" fmla="*/ 176 h 209"/>
                  <a:gd name="T22" fmla="*/ 43 w 216"/>
                  <a:gd name="T23" fmla="*/ 179 h 209"/>
                  <a:gd name="T24" fmla="*/ 7 w 216"/>
                  <a:gd name="T25" fmla="*/ 187 h 209"/>
                  <a:gd name="T26" fmla="*/ 3 w 216"/>
                  <a:gd name="T27" fmla="*/ 202 h 209"/>
                  <a:gd name="T28" fmla="*/ 17 w 216"/>
                  <a:gd name="T29" fmla="*/ 206 h 209"/>
                  <a:gd name="T30" fmla="*/ 45 w 216"/>
                  <a:gd name="T31" fmla="*/ 201 h 209"/>
                  <a:gd name="T32" fmla="*/ 70 w 216"/>
                  <a:gd name="T33" fmla="*/ 196 h 209"/>
                  <a:gd name="T34" fmla="*/ 91 w 216"/>
                  <a:gd name="T35" fmla="*/ 163 h 209"/>
                  <a:gd name="T36" fmla="*/ 90 w 216"/>
                  <a:gd name="T37" fmla="*/ 135 h 209"/>
                  <a:gd name="T38" fmla="*/ 71 w 216"/>
                  <a:gd name="T39" fmla="*/ 91 h 209"/>
                  <a:gd name="T40" fmla="*/ 76 w 216"/>
                  <a:gd name="T41" fmla="*/ 36 h 209"/>
                  <a:gd name="T42" fmla="*/ 109 w 216"/>
                  <a:gd name="T43" fmla="*/ 22 h 209"/>
                  <a:gd name="T44" fmla="*/ 141 w 216"/>
                  <a:gd name="T45" fmla="*/ 36 h 209"/>
                  <a:gd name="T46" fmla="*/ 146 w 216"/>
                  <a:gd name="T47" fmla="*/ 91 h 209"/>
                  <a:gd name="T48" fmla="*/ 127 w 216"/>
                  <a:gd name="T49" fmla="*/ 135 h 209"/>
                  <a:gd name="T50" fmla="*/ 125 w 216"/>
                  <a:gd name="T51" fmla="*/ 163 h 209"/>
                  <a:gd name="T52" fmla="*/ 146 w 216"/>
                  <a:gd name="T53" fmla="*/ 196 h 209"/>
                  <a:gd name="T54" fmla="*/ 171 w 216"/>
                  <a:gd name="T55" fmla="*/ 201 h 209"/>
                  <a:gd name="T56" fmla="*/ 199 w 216"/>
                  <a:gd name="T57" fmla="*/ 206 h 209"/>
                  <a:gd name="T58" fmla="*/ 204 w 216"/>
                  <a:gd name="T59" fmla="*/ 207 h 209"/>
                  <a:gd name="T60" fmla="*/ 214 w 216"/>
                  <a:gd name="T61" fmla="*/ 202 h 209"/>
                  <a:gd name="T62" fmla="*/ 209 w 216"/>
                  <a:gd name="T63" fmla="*/ 187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16" h="209">
                    <a:moveTo>
                      <a:pt x="209" y="187"/>
                    </a:moveTo>
                    <a:cubicBezTo>
                      <a:pt x="199" y="182"/>
                      <a:pt x="185" y="180"/>
                      <a:pt x="173" y="179"/>
                    </a:cubicBezTo>
                    <a:cubicBezTo>
                      <a:pt x="166" y="179"/>
                      <a:pt x="158" y="178"/>
                      <a:pt x="156" y="176"/>
                    </a:cubicBezTo>
                    <a:cubicBezTo>
                      <a:pt x="149" y="173"/>
                      <a:pt x="143" y="153"/>
                      <a:pt x="145" y="147"/>
                    </a:cubicBezTo>
                    <a:cubicBezTo>
                      <a:pt x="153" y="134"/>
                      <a:pt x="162" y="114"/>
                      <a:pt x="167" y="96"/>
                    </a:cubicBezTo>
                    <a:cubicBezTo>
                      <a:pt x="174" y="64"/>
                      <a:pt x="171" y="39"/>
                      <a:pt x="157" y="22"/>
                    </a:cubicBezTo>
                    <a:cubicBezTo>
                      <a:pt x="139" y="0"/>
                      <a:pt x="109" y="0"/>
                      <a:pt x="109" y="0"/>
                    </a:cubicBezTo>
                    <a:cubicBezTo>
                      <a:pt x="107" y="0"/>
                      <a:pt x="78" y="0"/>
                      <a:pt x="59" y="22"/>
                    </a:cubicBezTo>
                    <a:cubicBezTo>
                      <a:pt x="45" y="39"/>
                      <a:pt x="42" y="64"/>
                      <a:pt x="50" y="96"/>
                    </a:cubicBezTo>
                    <a:cubicBezTo>
                      <a:pt x="54" y="114"/>
                      <a:pt x="63" y="134"/>
                      <a:pt x="72" y="147"/>
                    </a:cubicBezTo>
                    <a:cubicBezTo>
                      <a:pt x="73" y="153"/>
                      <a:pt x="67" y="173"/>
                      <a:pt x="61" y="176"/>
                    </a:cubicBezTo>
                    <a:cubicBezTo>
                      <a:pt x="58" y="178"/>
                      <a:pt x="50" y="179"/>
                      <a:pt x="43" y="179"/>
                    </a:cubicBezTo>
                    <a:cubicBezTo>
                      <a:pt x="31" y="180"/>
                      <a:pt x="18" y="182"/>
                      <a:pt x="7" y="187"/>
                    </a:cubicBezTo>
                    <a:cubicBezTo>
                      <a:pt x="2" y="190"/>
                      <a:pt x="0" y="196"/>
                      <a:pt x="3" y="202"/>
                    </a:cubicBezTo>
                    <a:cubicBezTo>
                      <a:pt x="6" y="207"/>
                      <a:pt x="12" y="209"/>
                      <a:pt x="17" y="206"/>
                    </a:cubicBezTo>
                    <a:cubicBezTo>
                      <a:pt x="24" y="202"/>
                      <a:pt x="35" y="201"/>
                      <a:pt x="45" y="201"/>
                    </a:cubicBezTo>
                    <a:cubicBezTo>
                      <a:pt x="55" y="200"/>
                      <a:pt x="64" y="199"/>
                      <a:pt x="70" y="196"/>
                    </a:cubicBezTo>
                    <a:cubicBezTo>
                      <a:pt x="84" y="189"/>
                      <a:pt x="90" y="169"/>
                      <a:pt x="91" y="163"/>
                    </a:cubicBezTo>
                    <a:cubicBezTo>
                      <a:pt x="93" y="154"/>
                      <a:pt x="95" y="142"/>
                      <a:pt x="90" y="135"/>
                    </a:cubicBezTo>
                    <a:cubicBezTo>
                      <a:pt x="82" y="125"/>
                      <a:pt x="74" y="106"/>
                      <a:pt x="71" y="91"/>
                    </a:cubicBezTo>
                    <a:cubicBezTo>
                      <a:pt x="65" y="66"/>
                      <a:pt x="66" y="47"/>
                      <a:pt x="76" y="36"/>
                    </a:cubicBezTo>
                    <a:cubicBezTo>
                      <a:pt x="87" y="21"/>
                      <a:pt x="108" y="21"/>
                      <a:pt x="109" y="22"/>
                    </a:cubicBezTo>
                    <a:cubicBezTo>
                      <a:pt x="109" y="21"/>
                      <a:pt x="129" y="21"/>
                      <a:pt x="141" y="36"/>
                    </a:cubicBezTo>
                    <a:cubicBezTo>
                      <a:pt x="150" y="47"/>
                      <a:pt x="152" y="66"/>
                      <a:pt x="146" y="91"/>
                    </a:cubicBezTo>
                    <a:cubicBezTo>
                      <a:pt x="142" y="106"/>
                      <a:pt x="134" y="125"/>
                      <a:pt x="127" y="135"/>
                    </a:cubicBezTo>
                    <a:cubicBezTo>
                      <a:pt x="122" y="142"/>
                      <a:pt x="123" y="154"/>
                      <a:pt x="125" y="163"/>
                    </a:cubicBezTo>
                    <a:cubicBezTo>
                      <a:pt x="127" y="169"/>
                      <a:pt x="133" y="189"/>
                      <a:pt x="146" y="196"/>
                    </a:cubicBezTo>
                    <a:cubicBezTo>
                      <a:pt x="153" y="199"/>
                      <a:pt x="161" y="200"/>
                      <a:pt x="171" y="201"/>
                    </a:cubicBezTo>
                    <a:cubicBezTo>
                      <a:pt x="181" y="201"/>
                      <a:pt x="192" y="202"/>
                      <a:pt x="199" y="206"/>
                    </a:cubicBezTo>
                    <a:cubicBezTo>
                      <a:pt x="201" y="207"/>
                      <a:pt x="202" y="207"/>
                      <a:pt x="204" y="207"/>
                    </a:cubicBezTo>
                    <a:cubicBezTo>
                      <a:pt x="208" y="207"/>
                      <a:pt x="212" y="205"/>
                      <a:pt x="214" y="202"/>
                    </a:cubicBezTo>
                    <a:cubicBezTo>
                      <a:pt x="216" y="196"/>
                      <a:pt x="214" y="190"/>
                      <a:pt x="209" y="1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</p:grp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4FF8A7B2-7F56-2E96-2656-96D2B401F1E4}"/>
              </a:ext>
            </a:extLst>
          </p:cNvPr>
          <p:cNvSpPr txBox="1">
            <a:spLocks/>
          </p:cNvSpPr>
          <p:nvPr/>
        </p:nvSpPr>
        <p:spPr>
          <a:xfrm>
            <a:off x="6339600" y="3036417"/>
            <a:ext cx="5357100" cy="2573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100000"/>
              <a:buFontTx/>
              <a:buNone/>
              <a:defRPr sz="1000" b="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179388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60363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3816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b="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20000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b="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dirty="0"/>
              <a:t>Relevant experience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E353595-95DA-CB12-2CDD-D0A212E92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433" y="1270330"/>
            <a:ext cx="124981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7218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1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MATCH_COLOR_SCHEME" val="False"/>
  <p:tag name="MIO_NUMBER_OF_VALID_LAYOUTS" val="28"/>
  <p:tag name="MIO_EKGUID" val="1137f388-d257-44c7-abdf-c0d75a0331bb"/>
  <p:tag name="MIO_DBID" val="fede6900-895c-4459-b97c-72b2b9dac459"/>
  <p:tag name="MIO_VERSION" val="26.01.2024 12:19:34"/>
  <p:tag name="MIO_OBJECTNAME" val="01 Deloitte 16:9 (2024) short"/>
  <p:tag name="MIO_CONTENTTAG" val="rqXxte1Vb0Gjvh7/4LNVNw=="/>
  <p:tag name="MIO_LASTDOWNLOADED" val="17.12.2024 12:21:58.424"/>
  <p:tag name="MIO_CDID" val="b832c4bc-5070-4232-bfdb-3d42c9da7c2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Brand 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2" id="{57ECC965-9F89-4A4E-BF24-E1BEF30EC054}" vid="{19A2DA7C-225B-47C3-92B9-9FA911C294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2F2C4BC2AC1342A7CC9E84DB10E69C" ma:contentTypeVersion="12" ma:contentTypeDescription="Create a new document." ma:contentTypeScope="" ma:versionID="f294077e2dd536a50314b421ae916fbc">
  <xsd:schema xmlns:xsd="http://www.w3.org/2001/XMLSchema" xmlns:xs="http://www.w3.org/2001/XMLSchema" xmlns:p="http://schemas.microsoft.com/office/2006/metadata/properties" xmlns:ns2="36b11846-1952-4329-be41-1b226f766ac7" xmlns:ns3="1ff61835-8805-49eb-987a-81a1aedb9820" targetNamespace="http://schemas.microsoft.com/office/2006/metadata/properties" ma:root="true" ma:fieldsID="bc1e2ab33b9048506a2b797076ff8723" ns2:_="" ns3:_="">
    <xsd:import namespace="36b11846-1952-4329-be41-1b226f766ac7"/>
    <xsd:import namespace="1ff61835-8805-49eb-987a-81a1aedb9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11846-1952-4329-be41-1b226f766a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61835-8805-49eb-987a-81a1aedb982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51ff20-6e83-40fa-a12a-38fc2523ec80}" ma:internalName="TaxCatchAll" ma:showField="CatchAllData" ma:web="1ff61835-8805-49eb-987a-81a1aedb98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61835-8805-49eb-987a-81a1aedb9820" xsi:nil="true"/>
    <lcf76f155ced4ddcb4097134ff3c332f xmlns="36b11846-1952-4329-be41-1b226f766ac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2A705E6-E0E4-4801-82F2-29A89941F0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b11846-1952-4329-be41-1b226f766ac7"/>
    <ds:schemaRef ds:uri="1ff61835-8805-49eb-987a-81a1aedb98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3FD8DA-F123-488E-AF9F-A433A6E5F3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618B06-7FD4-4190-A6AF-04E2EDF1381D}">
  <ds:schemaRefs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1ff61835-8805-49eb-987a-81a1aedb9820"/>
    <ds:schemaRef ds:uri="36b11846-1952-4329-be41-1b226f766ac7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 2</vt:lpstr>
      <vt:lpstr>Deloitte Brand Theme</vt:lpstr>
      <vt:lpstr>think-cell Slide</vt:lpstr>
      <vt:lpstr>Profile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Ali, Asad</dc:creator>
  <cp:lastModifiedBy>Elyor Farmonov</cp:lastModifiedBy>
  <cp:revision>12</cp:revision>
  <dcterms:created xsi:type="dcterms:W3CDTF">2025-02-13T09:58:30Z</dcterms:created>
  <dcterms:modified xsi:type="dcterms:W3CDTF">2026-03-27T10:36:40Z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2025-02-13T09:58:30Z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8ca9f948-50f8-4023-95fc-57d1c4e3b5b2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0x010100C62F2C4BC2AC1342A7CC9E84DB10E69C</vt:lpwstr>
  </property>
  <property fmtid="{D5CDD505-2E9C-101B-9397-08002B2CF9AE}" pid="10" name="MediaServiceImageTags">
    <vt:lpwstr/>
  </property>
</Properties>
</file>